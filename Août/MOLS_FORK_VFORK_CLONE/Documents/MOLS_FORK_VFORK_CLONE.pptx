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AD2"/>
          </a:solidFill>
        </a:fill>
      </a:tcStyle>
    </a:wholeTbl>
    <a:band2H>
      <a:tcTxStyle b="def" i="def"/>
      <a:tcStyle>
        <a:tcBdr/>
        <a:fill>
          <a:solidFill>
            <a:srgbClr val="E7E7E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CADA"/>
          </a:solidFill>
        </a:fill>
      </a:tcStyle>
    </a:wholeTbl>
    <a:band2H>
      <a:tcTxStyle b="def" i="def"/>
      <a:tcStyle>
        <a:tcBdr/>
        <a:fill>
          <a:solidFill>
            <a:srgbClr val="FBE6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CADA"/>
          </a:solidFill>
        </a:fill>
      </a:tcStyle>
    </a:wholeTbl>
    <a:band2H>
      <a:tcTxStyle b="def" i="def"/>
      <a:tcStyle>
        <a:tcBdr/>
        <a:fill>
          <a:solidFill>
            <a:srgbClr val="FBE6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chemeClr val="accent1"/>
        </a:fontRef>
        <a:schemeClr val="accent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A"/>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chemeClr val="accent1"/>
        </a:fontRef>
        <a:schemeClr val="accent1"/>
      </a:tcTxStyle>
      <a:tcStyle>
        <a:tcBdr>
          <a:left>
            <a:ln w="12700" cap="flat">
              <a:noFill/>
              <a:miter lim="400000"/>
            </a:ln>
          </a:left>
          <a:right>
            <a:ln w="12700" cap="flat">
              <a:noFill/>
              <a:miter lim="400000"/>
            </a:ln>
          </a:right>
          <a:top>
            <a:ln w="508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AD2"/>
          </a:solidFill>
        </a:fill>
      </a:tcStyle>
    </a:wholeTbl>
    <a:band2H>
      <a:tcTxStyle b="def" i="def"/>
      <a:tcStyle>
        <a:tcBdr/>
        <a:fill>
          <a:solidFill>
            <a:srgbClr val="E7E7E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2708684C-4D16-4618-839F-0558EEFCDFE6}" styleName="">
    <a:tblBg/>
    <a:wholeTbl>
      <a:tcTxStyle b="off"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alpha val="20000"/>
            </a:schemeClr>
          </a:solidFill>
        </a:fill>
      </a:tcStyle>
    </a:wholeTbl>
    <a:band2H>
      <a:tcTxStyle b="def" i="def"/>
      <a:tcStyle>
        <a:tcBdr/>
        <a:fill>
          <a:solidFill>
            <a:srgbClr val="FFFFFF"/>
          </a:solidFill>
        </a:fill>
      </a:tcStyle>
    </a:band2H>
    <a:firstCol>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alpha val="20000"/>
            </a:schemeClr>
          </a:solidFill>
        </a:fill>
      </a:tcStyle>
    </a:firstCol>
    <a:la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508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noFill/>
        </a:fill>
      </a:tcStyle>
    </a:lastRow>
    <a:fir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254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28" name="Shape 428"/>
          <p:cNvSpPr/>
          <p:nvPr>
            <p:ph type="sldImg"/>
          </p:nvPr>
        </p:nvSpPr>
        <p:spPr>
          <a:xfrm>
            <a:off x="1143000" y="685800"/>
            <a:ext cx="4572000" cy="3429000"/>
          </a:xfrm>
          <a:prstGeom prst="rect">
            <a:avLst/>
          </a:prstGeom>
        </p:spPr>
        <p:txBody>
          <a:bodyPr/>
          <a:lstStyle/>
          <a:p>
            <a:pPr/>
          </a:p>
        </p:txBody>
      </p:sp>
      <p:sp>
        <p:nvSpPr>
          <p:cNvPr id="429" name="Shape 42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grpSp>
        <p:nvGrpSpPr>
          <p:cNvPr id="38" name="Google Shape;9;p2"/>
          <p:cNvGrpSpPr/>
          <p:nvPr/>
        </p:nvGrpSpPr>
        <p:grpSpPr>
          <a:xfrm>
            <a:off x="7362352" y="1723711"/>
            <a:ext cx="1781638" cy="3419799"/>
            <a:chOff x="68" y="68"/>
            <a:chExt cx="1781637" cy="3419798"/>
          </a:xfrm>
        </p:grpSpPr>
        <p:sp>
          <p:nvSpPr>
            <p:cNvPr id="11" name="Google Shape;10;p2"/>
            <p:cNvSpPr/>
            <p:nvPr/>
          </p:nvSpPr>
          <p:spPr>
            <a:xfrm>
              <a:off x="461588" y="68"/>
              <a:ext cx="1320118" cy="13210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12" name="Google Shape;11;p2"/>
            <p:cNvSpPr/>
            <p:nvPr/>
          </p:nvSpPr>
          <p:spPr>
            <a:xfrm>
              <a:off x="387350" y="219425"/>
              <a:ext cx="865994" cy="13204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13" name="Google Shape;12;p2"/>
            <p:cNvSpPr/>
            <p:nvPr/>
          </p:nvSpPr>
          <p:spPr>
            <a:xfrm>
              <a:off x="1458798" y="219425"/>
              <a:ext cx="322908" cy="13204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14" name="Google Shape;13;p2"/>
            <p:cNvSpPr/>
            <p:nvPr/>
          </p:nvSpPr>
          <p:spPr>
            <a:xfrm>
              <a:off x="1048641" y="437893"/>
              <a:ext cx="733065" cy="13293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15" name="Google Shape;14;p2"/>
            <p:cNvSpPr/>
            <p:nvPr/>
          </p:nvSpPr>
          <p:spPr>
            <a:xfrm>
              <a:off x="1341415" y="657250"/>
              <a:ext cx="440292" cy="13292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16" name="Google Shape;15;p2"/>
            <p:cNvSpPr/>
            <p:nvPr/>
          </p:nvSpPr>
          <p:spPr>
            <a:xfrm>
              <a:off x="593696" y="657250"/>
              <a:ext cx="597670" cy="13292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17" name="Google Shape;16;p2"/>
            <p:cNvSpPr/>
            <p:nvPr/>
          </p:nvSpPr>
          <p:spPr>
            <a:xfrm>
              <a:off x="286267" y="876607"/>
              <a:ext cx="1495439" cy="13210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18" name="Google Shape;17;p2"/>
            <p:cNvSpPr/>
            <p:nvPr/>
          </p:nvSpPr>
          <p:spPr>
            <a:xfrm>
              <a:off x="901878" y="1095965"/>
              <a:ext cx="879828" cy="132108"/>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19" name="Google Shape;18;p2"/>
            <p:cNvSpPr/>
            <p:nvPr/>
          </p:nvSpPr>
          <p:spPr>
            <a:xfrm>
              <a:off x="1458798" y="1315322"/>
              <a:ext cx="322908" cy="13204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0" name="Google Shape;19;p2"/>
            <p:cNvSpPr/>
            <p:nvPr/>
          </p:nvSpPr>
          <p:spPr>
            <a:xfrm>
              <a:off x="387350" y="437893"/>
              <a:ext cx="499052" cy="13293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1" name="Google Shape;20;p2"/>
            <p:cNvSpPr/>
            <p:nvPr/>
          </p:nvSpPr>
          <p:spPr>
            <a:xfrm>
              <a:off x="623007" y="2411219"/>
              <a:ext cx="322908" cy="13204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2" name="Google Shape;21;p2"/>
            <p:cNvSpPr/>
            <p:nvPr/>
          </p:nvSpPr>
          <p:spPr>
            <a:xfrm>
              <a:off x="124779" y="2411219"/>
              <a:ext cx="322086" cy="13204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3" name="Google Shape;22;p2"/>
            <p:cNvSpPr/>
            <p:nvPr/>
          </p:nvSpPr>
          <p:spPr>
            <a:xfrm>
              <a:off x="755115" y="1533789"/>
              <a:ext cx="1026591" cy="132931"/>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 name="Google Shape;23;p2"/>
            <p:cNvSpPr/>
            <p:nvPr/>
          </p:nvSpPr>
          <p:spPr>
            <a:xfrm>
              <a:off x="387350" y="1753146"/>
              <a:ext cx="807234" cy="13293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5" name="Google Shape;24;p2"/>
            <p:cNvSpPr/>
            <p:nvPr/>
          </p:nvSpPr>
          <p:spPr>
            <a:xfrm>
              <a:off x="1341415" y="1753146"/>
              <a:ext cx="440292" cy="13293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6" name="Google Shape;25;p2"/>
            <p:cNvSpPr/>
            <p:nvPr/>
          </p:nvSpPr>
          <p:spPr>
            <a:xfrm>
              <a:off x="534935" y="1315322"/>
              <a:ext cx="733065" cy="13204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7" name="Google Shape;26;p2"/>
            <p:cNvSpPr/>
            <p:nvPr/>
          </p:nvSpPr>
          <p:spPr>
            <a:xfrm>
              <a:off x="1048641" y="1972504"/>
              <a:ext cx="733065" cy="13210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8" name="Google Shape;27;p2"/>
            <p:cNvSpPr/>
            <p:nvPr/>
          </p:nvSpPr>
          <p:spPr>
            <a:xfrm>
              <a:off x="1458798" y="2191862"/>
              <a:ext cx="322908" cy="132108"/>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9" name="Google Shape;28;p2"/>
            <p:cNvSpPr/>
            <p:nvPr/>
          </p:nvSpPr>
          <p:spPr>
            <a:xfrm>
              <a:off x="593696" y="1972504"/>
              <a:ext cx="322839" cy="13210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30" name="Google Shape;29;p2"/>
            <p:cNvSpPr/>
            <p:nvPr/>
          </p:nvSpPr>
          <p:spPr>
            <a:xfrm>
              <a:off x="1048641" y="2411219"/>
              <a:ext cx="733065" cy="13204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31" name="Google Shape;30;p2"/>
            <p:cNvSpPr/>
            <p:nvPr/>
          </p:nvSpPr>
          <p:spPr>
            <a:xfrm>
              <a:off x="461588" y="2191862"/>
              <a:ext cx="862706" cy="132108"/>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32" name="Google Shape;31;p2"/>
            <p:cNvSpPr/>
            <p:nvPr/>
          </p:nvSpPr>
          <p:spPr>
            <a:xfrm>
              <a:off x="286267" y="2630508"/>
              <a:ext cx="1495439" cy="13210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33" name="Google Shape;32;p2"/>
            <p:cNvSpPr/>
            <p:nvPr/>
          </p:nvSpPr>
          <p:spPr>
            <a:xfrm>
              <a:off x="1370726" y="2849043"/>
              <a:ext cx="410980" cy="13293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34" name="Google Shape;33;p2"/>
            <p:cNvSpPr/>
            <p:nvPr/>
          </p:nvSpPr>
          <p:spPr>
            <a:xfrm>
              <a:off x="417553" y="2849043"/>
              <a:ext cx="773812" cy="13293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35" name="Google Shape;34;p2"/>
            <p:cNvSpPr/>
            <p:nvPr/>
          </p:nvSpPr>
          <p:spPr>
            <a:xfrm>
              <a:off x="68" y="3068401"/>
              <a:ext cx="833326" cy="13293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36" name="Google Shape;35;p2"/>
            <p:cNvSpPr/>
            <p:nvPr/>
          </p:nvSpPr>
          <p:spPr>
            <a:xfrm>
              <a:off x="985841" y="3068401"/>
              <a:ext cx="795866" cy="132930"/>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37" name="Google Shape;36;p2"/>
            <p:cNvSpPr/>
            <p:nvPr/>
          </p:nvSpPr>
          <p:spPr>
            <a:xfrm>
              <a:off x="667043" y="3287759"/>
              <a:ext cx="1114663" cy="132108"/>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grpSp>
      <p:sp>
        <p:nvSpPr>
          <p:cNvPr id="39" name="Google Shape;37;p2"/>
          <p:cNvSpPr/>
          <p:nvPr/>
        </p:nvSpPr>
        <p:spPr>
          <a:xfrm>
            <a:off x="1962450" y="68"/>
            <a:ext cx="2721800" cy="387284"/>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0" name="Google Shape;38;p2"/>
          <p:cNvSpPr/>
          <p:nvPr/>
        </p:nvSpPr>
        <p:spPr>
          <a:xfrm>
            <a:off x="873881" y="68"/>
            <a:ext cx="664511" cy="38728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1" name="Google Shape;39;p2"/>
          <p:cNvSpPr/>
          <p:nvPr/>
        </p:nvSpPr>
        <p:spPr>
          <a:xfrm>
            <a:off x="1049202" y="938684"/>
            <a:ext cx="211962" cy="3857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19" y="0"/>
                </a:moveTo>
                <a:lnTo>
                  <a:pt x="0" y="20227"/>
                </a:lnTo>
                <a:lnTo>
                  <a:pt x="5897" y="21600"/>
                </a:lnTo>
                <a:lnTo>
                  <a:pt x="21600" y="1415"/>
                </a:lnTo>
                <a:lnTo>
                  <a:pt x="15619" y="0"/>
                </a:lnTo>
                <a:close/>
              </a:path>
            </a:pathLst>
          </a:cu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2" name="Google Shape;40;p2"/>
          <p:cNvSpPr/>
          <p:nvPr/>
        </p:nvSpPr>
        <p:spPr>
          <a:xfrm>
            <a:off x="873881" y="1008813"/>
            <a:ext cx="167173" cy="2454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04" y="0"/>
                </a:moveTo>
                <a:lnTo>
                  <a:pt x="0" y="10764"/>
                </a:lnTo>
                <a:lnTo>
                  <a:pt x="15804" y="21600"/>
                </a:lnTo>
                <a:lnTo>
                  <a:pt x="21600" y="17652"/>
                </a:lnTo>
                <a:lnTo>
                  <a:pt x="11486" y="10764"/>
                </a:lnTo>
                <a:lnTo>
                  <a:pt x="21600" y="3948"/>
                </a:lnTo>
                <a:lnTo>
                  <a:pt x="15804" y="0"/>
                </a:lnTo>
                <a:close/>
              </a:path>
            </a:pathLst>
          </a:cu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3" name="Google Shape;41;p2"/>
          <p:cNvSpPr/>
          <p:nvPr/>
        </p:nvSpPr>
        <p:spPr>
          <a:xfrm>
            <a:off x="1268491" y="1008813"/>
            <a:ext cx="167995" cy="2454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768" y="0"/>
                </a:moveTo>
                <a:lnTo>
                  <a:pt x="0" y="3948"/>
                </a:lnTo>
                <a:lnTo>
                  <a:pt x="10065" y="10764"/>
                </a:lnTo>
                <a:lnTo>
                  <a:pt x="0" y="17652"/>
                </a:lnTo>
                <a:lnTo>
                  <a:pt x="5768" y="21600"/>
                </a:lnTo>
                <a:lnTo>
                  <a:pt x="21600" y="10764"/>
                </a:lnTo>
                <a:lnTo>
                  <a:pt x="5768" y="0"/>
                </a:lnTo>
                <a:close/>
              </a:path>
            </a:pathLst>
          </a:cu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4" name="Google Shape;42;p2"/>
          <p:cNvSpPr/>
          <p:nvPr/>
        </p:nvSpPr>
        <p:spPr>
          <a:xfrm>
            <a:off x="3516088" y="4983665"/>
            <a:ext cx="1054259" cy="159844"/>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5" name="Google Shape;43;p2"/>
          <p:cNvSpPr/>
          <p:nvPr/>
        </p:nvSpPr>
        <p:spPr>
          <a:xfrm>
            <a:off x="1160341" y="4983665"/>
            <a:ext cx="2152689" cy="15984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6" name="Google Shape;44;p2"/>
          <p:cNvSpPr/>
          <p:nvPr/>
        </p:nvSpPr>
        <p:spPr>
          <a:xfrm>
            <a:off x="1805333" y="4452017"/>
            <a:ext cx="3750855" cy="160667"/>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 name="Google Shape;45;p2"/>
          <p:cNvSpPr/>
          <p:nvPr/>
        </p:nvSpPr>
        <p:spPr>
          <a:xfrm>
            <a:off x="68" y="4452017"/>
            <a:ext cx="1490509" cy="160667"/>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8" name="Google Shape;46;p2"/>
          <p:cNvSpPr/>
          <p:nvPr/>
        </p:nvSpPr>
        <p:spPr>
          <a:xfrm>
            <a:off x="596092" y="4717875"/>
            <a:ext cx="3218386" cy="160598"/>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9" name="Google Shape;47;p2"/>
          <p:cNvSpPr/>
          <p:nvPr/>
        </p:nvSpPr>
        <p:spPr>
          <a:xfrm>
            <a:off x="68" y="4717875"/>
            <a:ext cx="364478" cy="160598"/>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0" name="Google Shape;48;p2"/>
          <p:cNvSpPr/>
          <p:nvPr/>
        </p:nvSpPr>
        <p:spPr>
          <a:xfrm>
            <a:off x="68" y="4983665"/>
            <a:ext cx="828464" cy="159844"/>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1" name="Texte du titre"/>
          <p:cNvSpPr txBox="1"/>
          <p:nvPr>
            <p:ph type="title"/>
          </p:nvPr>
        </p:nvSpPr>
        <p:spPr>
          <a:xfrm>
            <a:off x="718574" y="1369045"/>
            <a:ext cx="8520602" cy="1910401"/>
          </a:xfrm>
          <a:prstGeom prst="rect">
            <a:avLst/>
          </a:prstGeom>
        </p:spPr>
        <p:txBody>
          <a:bodyPr lIns="0" tIns="0" rIns="0" bIns="0" anchor="b">
            <a:normAutofit fontScale="100000" lnSpcReduction="0"/>
          </a:bodyPr>
          <a:lstStyle>
            <a:lvl1pPr>
              <a:lnSpc>
                <a:spcPct val="80000"/>
              </a:lnSpc>
              <a:defRPr sz="7400"/>
            </a:lvl1pPr>
          </a:lstStyle>
          <a:p>
            <a:pPr/>
            <a:r>
              <a:t>Texte du titre</a:t>
            </a:r>
          </a:p>
        </p:txBody>
      </p:sp>
      <p:sp>
        <p:nvSpPr>
          <p:cNvPr id="52" name="Texte niveau 1…"/>
          <p:cNvSpPr txBox="1"/>
          <p:nvPr>
            <p:ph type="body" sz="quarter" idx="1"/>
          </p:nvPr>
        </p:nvSpPr>
        <p:spPr>
          <a:xfrm>
            <a:off x="769050" y="3396100"/>
            <a:ext cx="8520601" cy="792601"/>
          </a:xfrm>
          <a:prstGeom prst="rect">
            <a:avLst/>
          </a:prstGeom>
        </p:spPr>
        <p:txBody>
          <a:bodyPr lIns="0" tIns="0" rIns="0" bIns="0">
            <a:normAutofit fontScale="100000" lnSpcReduction="0"/>
          </a:bodyPr>
          <a:lstStyle>
            <a:lvl1pPr marL="342900" indent="-228600">
              <a:lnSpc>
                <a:spcPct val="100000"/>
              </a:lnSpc>
              <a:buClrTx/>
              <a:buSzTx/>
              <a:buFontTx/>
              <a:buNone/>
              <a:defRPr sz="2100"/>
            </a:lvl1pPr>
            <a:lvl2pPr marL="342900" indent="254000">
              <a:lnSpc>
                <a:spcPct val="100000"/>
              </a:lnSpc>
              <a:buClrTx/>
              <a:buSzTx/>
              <a:buFontTx/>
              <a:buNone/>
              <a:defRPr sz="2100"/>
            </a:lvl2pPr>
            <a:lvl3pPr marL="342900" indent="711200">
              <a:lnSpc>
                <a:spcPct val="100000"/>
              </a:lnSpc>
              <a:buClrTx/>
              <a:buSzTx/>
              <a:buFontTx/>
              <a:buNone/>
              <a:defRPr sz="2100"/>
            </a:lvl3pPr>
            <a:lvl4pPr marL="342900" indent="1168400">
              <a:lnSpc>
                <a:spcPct val="100000"/>
              </a:lnSpc>
              <a:buClrTx/>
              <a:buSzTx/>
              <a:buFontTx/>
              <a:buNone/>
              <a:defRPr sz="2100"/>
            </a:lvl4pPr>
            <a:lvl5pPr marL="342900" indent="1625600">
              <a:lnSpc>
                <a:spcPct val="100000"/>
              </a:lnSpc>
              <a:buClrTx/>
              <a:buSzTx/>
              <a:buFontTx/>
              <a:buNone/>
              <a:defRPr sz="2100"/>
            </a:lvl5pPr>
          </a:lstStyle>
          <a:p>
            <a:pPr/>
            <a:r>
              <a:t>Texte niveau 1</a:t>
            </a:r>
          </a:p>
          <a:p>
            <a:pPr lvl="1"/>
            <a:r>
              <a:t>Texte niveau 2</a:t>
            </a:r>
          </a:p>
          <a:p>
            <a:pPr lvl="2"/>
            <a:r>
              <a:t>Texte niveau 3</a:t>
            </a:r>
          </a:p>
          <a:p>
            <a:pPr lvl="3"/>
            <a:r>
              <a:t>Texte niveau 4</a:t>
            </a:r>
          </a:p>
          <a:p>
            <a:pPr lvl="4"/>
            <a:r>
              <a:t>Texte niveau 5</a:t>
            </a:r>
          </a:p>
        </p:txBody>
      </p:sp>
      <p:sp>
        <p:nvSpPr>
          <p:cNvPr id="5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3">
    <p:spTree>
      <p:nvGrpSpPr>
        <p:cNvPr id="1" name=""/>
        <p:cNvGrpSpPr/>
        <p:nvPr/>
      </p:nvGrpSpPr>
      <p:grpSpPr>
        <a:xfrm>
          <a:off x="0" y="0"/>
          <a:ext cx="0" cy="0"/>
          <a:chOff x="0" y="0"/>
          <a:chExt cx="0" cy="0"/>
        </a:xfrm>
      </p:grpSpPr>
      <p:sp>
        <p:nvSpPr>
          <p:cNvPr id="60" name="Google Shape;52;p3"/>
          <p:cNvSpPr/>
          <p:nvPr/>
        </p:nvSpPr>
        <p:spPr>
          <a:xfrm>
            <a:off x="-1" y="4357822"/>
            <a:ext cx="6633523" cy="785322"/>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1" name="Google Shape;53;p3"/>
          <p:cNvSpPr/>
          <p:nvPr/>
        </p:nvSpPr>
        <p:spPr>
          <a:xfrm>
            <a:off x="8355575" y="4357822"/>
            <a:ext cx="788386" cy="785322"/>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2" name="Google Shape;54;p3"/>
          <p:cNvSpPr/>
          <p:nvPr/>
        </p:nvSpPr>
        <p:spPr>
          <a:xfrm>
            <a:off x="1923836" y="-1"/>
            <a:ext cx="7220086" cy="2724142"/>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3" name="Texte du titre"/>
          <p:cNvSpPr txBox="1"/>
          <p:nvPr>
            <p:ph type="title"/>
          </p:nvPr>
        </p:nvSpPr>
        <p:spPr>
          <a:xfrm>
            <a:off x="2951850" y="700249"/>
            <a:ext cx="3240301" cy="669001"/>
          </a:xfrm>
          <a:prstGeom prst="rect">
            <a:avLst/>
          </a:prstGeom>
        </p:spPr>
        <p:txBody>
          <a:bodyPr>
            <a:normAutofit fontScale="100000" lnSpcReduction="0"/>
          </a:bodyPr>
          <a:lstStyle>
            <a:lvl1pPr algn="ctr">
              <a:defRPr sz="4300">
                <a:solidFill>
                  <a:schemeClr val="accent1"/>
                </a:solidFill>
              </a:defRPr>
            </a:lvl1pPr>
          </a:lstStyle>
          <a:p>
            <a:pPr/>
            <a:r>
              <a:t>Texte du titre</a:t>
            </a:r>
          </a:p>
        </p:txBody>
      </p:sp>
      <p:sp>
        <p:nvSpPr>
          <p:cNvPr id="64" name="Texte niveau 1…"/>
          <p:cNvSpPr txBox="1"/>
          <p:nvPr>
            <p:ph type="body" sz="quarter" idx="1"/>
          </p:nvPr>
        </p:nvSpPr>
        <p:spPr>
          <a:xfrm>
            <a:off x="2951850" y="1515875"/>
            <a:ext cx="3240301" cy="1208400"/>
          </a:xfrm>
          <a:prstGeom prst="rect">
            <a:avLst/>
          </a:prstGeom>
        </p:spPr>
        <p:txBody>
          <a:bodyPr lIns="0" tIns="0" rIns="0" bIns="0">
            <a:normAutofit fontScale="100000" lnSpcReduction="0"/>
          </a:bodyPr>
          <a:lstStyle>
            <a:lvl1pPr marL="342900" indent="-228600" algn="ctr">
              <a:lnSpc>
                <a:spcPct val="100000"/>
              </a:lnSpc>
              <a:buClrTx/>
              <a:buSzTx/>
              <a:buFontTx/>
              <a:buNone/>
              <a:defRPr sz="1600">
                <a:solidFill>
                  <a:schemeClr val="accent1"/>
                </a:solidFill>
              </a:defRPr>
            </a:lvl1pPr>
            <a:lvl2pPr marL="342900" indent="254000" algn="ctr">
              <a:lnSpc>
                <a:spcPct val="100000"/>
              </a:lnSpc>
              <a:buClrTx/>
              <a:buSzTx/>
              <a:buFontTx/>
              <a:buNone/>
              <a:defRPr sz="1600">
                <a:solidFill>
                  <a:schemeClr val="accent1"/>
                </a:solidFill>
              </a:defRPr>
            </a:lvl2pPr>
            <a:lvl3pPr marL="342900" indent="711200" algn="ctr">
              <a:lnSpc>
                <a:spcPct val="100000"/>
              </a:lnSpc>
              <a:buClrTx/>
              <a:buSzTx/>
              <a:buFontTx/>
              <a:buNone/>
              <a:defRPr sz="1600">
                <a:solidFill>
                  <a:schemeClr val="accent1"/>
                </a:solidFill>
              </a:defRPr>
            </a:lvl3pPr>
            <a:lvl4pPr marL="342900" indent="1168400" algn="ctr">
              <a:lnSpc>
                <a:spcPct val="100000"/>
              </a:lnSpc>
              <a:buClrTx/>
              <a:buSzTx/>
              <a:buFontTx/>
              <a:buNone/>
              <a:defRPr sz="1600">
                <a:solidFill>
                  <a:schemeClr val="accent1"/>
                </a:solidFill>
              </a:defRPr>
            </a:lvl4pPr>
            <a:lvl5pPr marL="342900" indent="1625600" algn="ctr">
              <a:lnSpc>
                <a:spcPct val="100000"/>
              </a:lnSpc>
              <a:buClrTx/>
              <a:buSzTx/>
              <a:buFontTx/>
              <a:buNone/>
              <a:defRPr sz="1600">
                <a:solidFill>
                  <a:schemeClr val="accent1"/>
                </a:solidFill>
              </a:defRPr>
            </a:lvl5pPr>
          </a:lstStyle>
          <a:p>
            <a:pPr/>
            <a:r>
              <a:t>Texte niveau 1</a:t>
            </a:r>
          </a:p>
          <a:p>
            <a:pPr lvl="1"/>
            <a:r>
              <a:t>Texte niveau 2</a:t>
            </a:r>
          </a:p>
          <a:p>
            <a:pPr lvl="2"/>
            <a:r>
              <a:t>Texte niveau 3</a:t>
            </a:r>
          </a:p>
          <a:p>
            <a:pPr lvl="3"/>
            <a:r>
              <a:t>Texte niveau 4</a:t>
            </a:r>
          </a:p>
          <a:p>
            <a:pPr lvl="4"/>
            <a:r>
              <a:t>Texte niveau 5</a:t>
            </a:r>
          </a:p>
        </p:txBody>
      </p:sp>
      <p:sp>
        <p:nvSpPr>
          <p:cNvPr id="65" name="Google Shape;57;p3"/>
          <p:cNvSpPr txBox="1"/>
          <p:nvPr/>
        </p:nvSpPr>
        <p:spPr>
          <a:xfrm>
            <a:off x="2510100" y="5336609"/>
            <a:ext cx="4123800" cy="11480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a:latin typeface="Anaheim"/>
                <a:ea typeface="Anaheim"/>
                <a:cs typeface="Anaheim"/>
                <a:sym typeface="Anaheim"/>
              </a:defRPr>
            </a:lvl1pPr>
          </a:lstStyle>
          <a:p>
            <a:pPr/>
            <a:r>
              <a:t>CREDITS: This presentation template was created by Slidesgo, incluiding icons by Flaticon, and infographics &amp; images by Freepik.</a:t>
            </a:r>
          </a:p>
        </p:txBody>
      </p:sp>
      <p:sp>
        <p:nvSpPr>
          <p:cNvPr id="66" name="Google Shape;58;p3"/>
          <p:cNvSpPr/>
          <p:nvPr/>
        </p:nvSpPr>
        <p:spPr>
          <a:xfrm>
            <a:off x="7377315" y="2089949"/>
            <a:ext cx="1766474" cy="356724"/>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7" name="Google Shape;59;p3"/>
          <p:cNvSpPr/>
          <p:nvPr/>
        </p:nvSpPr>
        <p:spPr>
          <a:xfrm>
            <a:off x="357506" y="2089949"/>
            <a:ext cx="2070789" cy="356724"/>
          </a:xfrm>
          <a:prstGeom prst="rect">
            <a:avLst/>
          </a:prstGeom>
          <a:solidFill>
            <a:srgbClr val="FFFFFF">
              <a:alpha val="196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8" name="Google Shape;60;p3"/>
          <p:cNvSpPr/>
          <p:nvPr/>
        </p:nvSpPr>
        <p:spPr>
          <a:xfrm>
            <a:off x="6810278" y="1500449"/>
            <a:ext cx="1104093" cy="356745"/>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9" name="Google Shape;61;p3"/>
          <p:cNvSpPr/>
          <p:nvPr/>
        </p:nvSpPr>
        <p:spPr>
          <a:xfrm>
            <a:off x="6896203" y="2679428"/>
            <a:ext cx="2247457"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70" name="Google Shape;62;p3"/>
          <p:cNvSpPr/>
          <p:nvPr/>
        </p:nvSpPr>
        <p:spPr>
          <a:xfrm>
            <a:off x="8105939" y="1500449"/>
            <a:ext cx="1037938" cy="356745"/>
          </a:xfrm>
          <a:prstGeom prst="rect">
            <a:avLst/>
          </a:prstGeom>
          <a:solidFill>
            <a:srgbClr val="FFFFFF">
              <a:alpha val="564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71" name="Google Shape;63;p3"/>
          <p:cNvSpPr/>
          <p:nvPr/>
        </p:nvSpPr>
        <p:spPr>
          <a:xfrm>
            <a:off x="6739849" y="3268903"/>
            <a:ext cx="1104069"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72" name="Google Shape;64;p3"/>
          <p:cNvSpPr/>
          <p:nvPr/>
        </p:nvSpPr>
        <p:spPr>
          <a:xfrm>
            <a:off x="17" y="3268903"/>
            <a:ext cx="1037939" cy="355194"/>
          </a:xfrm>
          <a:prstGeom prst="rect">
            <a:avLst/>
          </a:prstGeom>
          <a:solidFill>
            <a:srgbClr val="FFFFFF">
              <a:alpha val="50199"/>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73" name="Google Shape;65;p3"/>
          <p:cNvSpPr/>
          <p:nvPr/>
        </p:nvSpPr>
        <p:spPr>
          <a:xfrm>
            <a:off x="138" y="1500455"/>
            <a:ext cx="1103882" cy="356731"/>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74" name="Google Shape;66;p3"/>
          <p:cNvSpPr/>
          <p:nvPr/>
        </p:nvSpPr>
        <p:spPr>
          <a:xfrm>
            <a:off x="1299971" y="1500449"/>
            <a:ext cx="490623" cy="356745"/>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7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82" name="Google Shape;68;p4"/>
          <p:cNvSpPr/>
          <p:nvPr/>
        </p:nvSpPr>
        <p:spPr>
          <a:xfrm>
            <a:off x="-1" y="3268903"/>
            <a:ext cx="667421" cy="355194"/>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83" name="Google Shape;69;p4"/>
          <p:cNvSpPr/>
          <p:nvPr/>
        </p:nvSpPr>
        <p:spPr>
          <a:xfrm>
            <a:off x="7960251" y="323033"/>
            <a:ext cx="1183484" cy="355187"/>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84" name="Google Shape;70;p4"/>
          <p:cNvSpPr/>
          <p:nvPr/>
        </p:nvSpPr>
        <p:spPr>
          <a:xfrm>
            <a:off x="7173253" y="912516"/>
            <a:ext cx="1970501" cy="355187"/>
          </a:xfrm>
          <a:prstGeom prst="rect">
            <a:avLst/>
          </a:prstGeom>
          <a:solidFill>
            <a:srgbClr val="FFFFFF">
              <a:alpha val="196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85" name="Google Shape;71;p4"/>
          <p:cNvSpPr/>
          <p:nvPr/>
        </p:nvSpPr>
        <p:spPr>
          <a:xfrm>
            <a:off x="7173253" y="2089940"/>
            <a:ext cx="1970501" cy="356730"/>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86" name="Google Shape;72;p4"/>
          <p:cNvSpPr/>
          <p:nvPr/>
        </p:nvSpPr>
        <p:spPr>
          <a:xfrm>
            <a:off x="128" y="2089940"/>
            <a:ext cx="552713" cy="356730"/>
          </a:xfrm>
          <a:prstGeom prst="rect">
            <a:avLst/>
          </a:prstGeom>
          <a:solidFill>
            <a:srgbClr val="FFFFFF">
              <a:alpha val="196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87" name="Google Shape;73;p4"/>
          <p:cNvSpPr/>
          <p:nvPr/>
        </p:nvSpPr>
        <p:spPr>
          <a:xfrm>
            <a:off x="8773373" y="1500455"/>
            <a:ext cx="370491" cy="356731"/>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88" name="Google Shape;74;p4"/>
          <p:cNvSpPr/>
          <p:nvPr/>
        </p:nvSpPr>
        <p:spPr>
          <a:xfrm>
            <a:off x="8039851" y="3268906"/>
            <a:ext cx="1103882" cy="355187"/>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89" name="Google Shape;75;p4"/>
          <p:cNvSpPr/>
          <p:nvPr/>
        </p:nvSpPr>
        <p:spPr>
          <a:xfrm>
            <a:off x="7555951" y="3858390"/>
            <a:ext cx="1587794" cy="355188"/>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0" name="Google Shape;76;p4"/>
          <p:cNvSpPr/>
          <p:nvPr/>
        </p:nvSpPr>
        <p:spPr>
          <a:xfrm>
            <a:off x="128" y="4446330"/>
            <a:ext cx="1183484" cy="356730"/>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1" name="Google Shape;77;p4"/>
          <p:cNvSpPr/>
          <p:nvPr/>
        </p:nvSpPr>
        <p:spPr>
          <a:xfrm>
            <a:off x="128" y="3858390"/>
            <a:ext cx="1970501" cy="355188"/>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2" name="Google Shape;78;p4"/>
          <p:cNvSpPr/>
          <p:nvPr/>
        </p:nvSpPr>
        <p:spPr>
          <a:xfrm>
            <a:off x="2325887" y="3858390"/>
            <a:ext cx="866491" cy="355188"/>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3" name="Google Shape;79;p4"/>
          <p:cNvSpPr/>
          <p:nvPr/>
        </p:nvSpPr>
        <p:spPr>
          <a:xfrm>
            <a:off x="96" y="2679428"/>
            <a:ext cx="1485720" cy="355194"/>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4" name="Google Shape;80;p4"/>
          <p:cNvSpPr/>
          <p:nvPr/>
        </p:nvSpPr>
        <p:spPr>
          <a:xfrm>
            <a:off x="896261" y="3268906"/>
            <a:ext cx="370491" cy="355187"/>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5" name="Google Shape;81;p4"/>
          <p:cNvSpPr/>
          <p:nvPr/>
        </p:nvSpPr>
        <p:spPr>
          <a:xfrm>
            <a:off x="128" y="1500455"/>
            <a:ext cx="1103882" cy="356731"/>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6" name="Google Shape;82;p4"/>
          <p:cNvSpPr/>
          <p:nvPr/>
        </p:nvSpPr>
        <p:spPr>
          <a:xfrm>
            <a:off x="359423" y="912525"/>
            <a:ext cx="1228497" cy="355173"/>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7" name="Google Shape;83;p4"/>
          <p:cNvSpPr/>
          <p:nvPr/>
        </p:nvSpPr>
        <p:spPr>
          <a:xfrm>
            <a:off x="5395693" y="323033"/>
            <a:ext cx="2171112" cy="355187"/>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8" name="Google Shape;84;p4"/>
          <p:cNvSpPr/>
          <p:nvPr/>
        </p:nvSpPr>
        <p:spPr>
          <a:xfrm>
            <a:off x="5729395" y="3858390"/>
            <a:ext cx="1600012" cy="355188"/>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99" name="Google Shape;85;p4"/>
          <p:cNvSpPr/>
          <p:nvPr/>
        </p:nvSpPr>
        <p:spPr>
          <a:xfrm>
            <a:off x="1577071" y="4446328"/>
            <a:ext cx="3118587" cy="3567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00" name="Texte du titre"/>
          <p:cNvSpPr txBox="1"/>
          <p:nvPr>
            <p:ph type="title"/>
          </p:nvPr>
        </p:nvSpPr>
        <p:spPr>
          <a:xfrm>
            <a:off x="454800" y="2714625"/>
            <a:ext cx="8425200" cy="447900"/>
          </a:xfrm>
          <a:prstGeom prst="rect">
            <a:avLst/>
          </a:prstGeom>
        </p:spPr>
        <p:txBody>
          <a:bodyPr lIns="0" tIns="0" rIns="0" bIns="0" anchor="ctr">
            <a:normAutofit fontScale="100000" lnSpcReduction="0"/>
          </a:bodyPr>
          <a:lstStyle>
            <a:lvl1pPr algn="ctr">
              <a:defRPr sz="3600"/>
            </a:lvl1pPr>
          </a:lstStyle>
          <a:p>
            <a:pPr/>
            <a:r>
              <a:t>Texte du titre</a:t>
            </a:r>
          </a:p>
        </p:txBody>
      </p:sp>
      <p:sp>
        <p:nvSpPr>
          <p:cNvPr id="10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108" name="Google Shape;89;p5"/>
          <p:cNvSpPr/>
          <p:nvPr/>
        </p:nvSpPr>
        <p:spPr>
          <a:xfrm>
            <a:off x="20" y="1515866"/>
            <a:ext cx="2943108" cy="241323"/>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09" name="Texte niveau 1…"/>
          <p:cNvSpPr txBox="1"/>
          <p:nvPr>
            <p:ph type="body" sz="quarter" idx="1"/>
          </p:nvPr>
        </p:nvSpPr>
        <p:spPr>
          <a:xfrm>
            <a:off x="609498" y="1973024"/>
            <a:ext cx="3512701" cy="2130901"/>
          </a:xfrm>
          <a:prstGeom prst="rect">
            <a:avLst/>
          </a:prstGeom>
        </p:spPr>
        <p:txBody>
          <a:bodyPr>
            <a:normAutofit fontScale="100000" lnSpcReduction="0"/>
          </a:bodyPr>
          <a:lstStyle>
            <a:lvl1pPr marL="498475" indent="-371475">
              <a:lnSpc>
                <a:spcPct val="100000"/>
              </a:lnSpc>
              <a:defRPr>
                <a:latin typeface="XCharter"/>
                <a:ea typeface="XCharter"/>
                <a:cs typeface="XCharter"/>
                <a:sym typeface="XCharter"/>
              </a:defRPr>
            </a:lvl1pPr>
            <a:lvl2pPr marL="955675" indent="-371475">
              <a:lnSpc>
                <a:spcPct val="100000"/>
              </a:lnSpc>
              <a:defRPr>
                <a:latin typeface="XCharter"/>
                <a:ea typeface="XCharter"/>
                <a:cs typeface="XCharter"/>
                <a:sym typeface="XCharter"/>
              </a:defRPr>
            </a:lvl2pPr>
            <a:lvl3pPr marL="1412875" indent="-371475">
              <a:lnSpc>
                <a:spcPct val="100000"/>
              </a:lnSpc>
              <a:defRPr>
                <a:latin typeface="XCharter"/>
                <a:ea typeface="XCharter"/>
                <a:cs typeface="XCharter"/>
                <a:sym typeface="XCharter"/>
              </a:defRPr>
            </a:lvl3pPr>
            <a:lvl4pPr marL="1870075" indent="-371475">
              <a:lnSpc>
                <a:spcPct val="100000"/>
              </a:lnSpc>
              <a:defRPr>
                <a:latin typeface="XCharter"/>
                <a:ea typeface="XCharter"/>
                <a:cs typeface="XCharter"/>
                <a:sym typeface="XCharter"/>
              </a:defRPr>
            </a:lvl4pPr>
            <a:lvl5pPr marL="2327275" indent="-371475">
              <a:lnSpc>
                <a:spcPct val="100000"/>
              </a:lnSpc>
              <a:defRPr>
                <a:latin typeface="XCharter"/>
                <a:ea typeface="XCharter"/>
                <a:cs typeface="XCharter"/>
                <a:sym typeface="XCharter"/>
              </a:defRPr>
            </a:lvl5pPr>
          </a:lstStyle>
          <a:p>
            <a:pPr/>
            <a:r>
              <a:t>Texte niveau 1</a:t>
            </a:r>
          </a:p>
          <a:p>
            <a:pPr lvl="1"/>
            <a:r>
              <a:t>Texte niveau 2</a:t>
            </a:r>
          </a:p>
          <a:p>
            <a:pPr lvl="2"/>
            <a:r>
              <a:t>Texte niveau 3</a:t>
            </a:r>
          </a:p>
          <a:p>
            <a:pPr lvl="3"/>
            <a:r>
              <a:t>Texte niveau 4</a:t>
            </a:r>
          </a:p>
          <a:p>
            <a:pPr lvl="4"/>
            <a:r>
              <a:t>Texte niveau 5</a:t>
            </a:r>
          </a:p>
        </p:txBody>
      </p:sp>
      <p:sp>
        <p:nvSpPr>
          <p:cNvPr id="110" name="Texte du titre"/>
          <p:cNvSpPr txBox="1"/>
          <p:nvPr>
            <p:ph type="title"/>
          </p:nvPr>
        </p:nvSpPr>
        <p:spPr>
          <a:xfrm>
            <a:off x="560825" y="1168325"/>
            <a:ext cx="3561301" cy="669001"/>
          </a:xfrm>
          <a:prstGeom prst="rect">
            <a:avLst/>
          </a:prstGeom>
        </p:spPr>
        <p:txBody>
          <a:bodyPr>
            <a:normAutofit fontScale="100000" lnSpcReduction="0"/>
          </a:bodyPr>
          <a:lstStyle>
            <a:lvl1pPr>
              <a:defRPr sz="3000">
                <a:solidFill>
                  <a:schemeClr val="accent2"/>
                </a:solidFill>
              </a:defRPr>
            </a:lvl1pPr>
          </a:lstStyle>
          <a:p>
            <a:pPr/>
            <a:r>
              <a:t>Texte du titre</a:t>
            </a:r>
          </a:p>
        </p:txBody>
      </p:sp>
      <p:sp>
        <p:nvSpPr>
          <p:cNvPr id="1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118" name="Texte du titre"/>
          <p:cNvSpPr txBox="1"/>
          <p:nvPr>
            <p:ph type="title"/>
          </p:nvPr>
        </p:nvSpPr>
        <p:spPr>
          <a:xfrm>
            <a:off x="1278049" y="343200"/>
            <a:ext cx="6588002" cy="669001"/>
          </a:xfrm>
          <a:prstGeom prst="rect">
            <a:avLst/>
          </a:prstGeom>
        </p:spPr>
        <p:txBody>
          <a:bodyPr>
            <a:normAutofit fontScale="100000" lnSpcReduction="0"/>
          </a:bodyPr>
          <a:lstStyle>
            <a:lvl1pPr algn="ctr">
              <a:defRPr sz="3000">
                <a:solidFill>
                  <a:schemeClr val="accent2"/>
                </a:solidFill>
              </a:defRPr>
            </a:lvl1pPr>
          </a:lstStyle>
          <a:p>
            <a:pPr/>
            <a:r>
              <a:t>Texte du titre</a:t>
            </a:r>
          </a:p>
        </p:txBody>
      </p:sp>
      <p:sp>
        <p:nvSpPr>
          <p:cNvPr id="119" name="Texte niveau 1…"/>
          <p:cNvSpPr txBox="1"/>
          <p:nvPr>
            <p:ph type="body" sz="quarter" idx="1"/>
          </p:nvPr>
        </p:nvSpPr>
        <p:spPr>
          <a:xfrm>
            <a:off x="2773575" y="3108999"/>
            <a:ext cx="2226601" cy="843901"/>
          </a:xfrm>
          <a:prstGeom prst="rect">
            <a:avLst/>
          </a:prstGeom>
        </p:spPr>
        <p:txBody>
          <a:bodyPr>
            <a:normAutofit fontScale="100000" lnSpcReduction="0"/>
          </a:bodyPr>
          <a:lstStyle>
            <a:lvl1pPr marL="0" indent="114300">
              <a:lnSpc>
                <a:spcPct val="100000"/>
              </a:lnSpc>
              <a:buClrTx/>
              <a:buSzTx/>
              <a:buFontTx/>
              <a:buNone/>
              <a:defRPr sz="1600"/>
            </a:lvl1pPr>
            <a:lvl2pPr marL="0" indent="596900">
              <a:lnSpc>
                <a:spcPct val="100000"/>
              </a:lnSpc>
              <a:buClrTx/>
              <a:buSzTx/>
              <a:buFontTx/>
              <a:buNone/>
              <a:defRPr sz="1600"/>
            </a:lvl2pPr>
            <a:lvl3pPr marL="0" indent="1054100">
              <a:lnSpc>
                <a:spcPct val="100000"/>
              </a:lnSpc>
              <a:buClrTx/>
              <a:buSzTx/>
              <a:buFontTx/>
              <a:buNone/>
              <a:defRPr sz="1600"/>
            </a:lvl3pPr>
            <a:lvl4pPr marL="0" indent="1511300">
              <a:lnSpc>
                <a:spcPct val="100000"/>
              </a:lnSpc>
              <a:buClrTx/>
              <a:buSzTx/>
              <a:buFontTx/>
              <a:buNone/>
              <a:defRPr sz="1600"/>
            </a:lvl4pPr>
            <a:lvl5pPr marL="0" indent="1968500">
              <a:lnSpc>
                <a:spcPct val="100000"/>
              </a:lnSpc>
              <a:buClrTx/>
              <a:buSzTx/>
              <a:buFontTx/>
              <a:buNone/>
              <a:defRPr sz="1600"/>
            </a:lvl5pPr>
          </a:lstStyle>
          <a:p>
            <a:pPr/>
            <a:r>
              <a:t>Texte niveau 1</a:t>
            </a:r>
          </a:p>
          <a:p>
            <a:pPr lvl="1"/>
            <a:r>
              <a:t>Texte niveau 2</a:t>
            </a:r>
          </a:p>
          <a:p>
            <a:pPr lvl="2"/>
            <a:r>
              <a:t>Texte niveau 3</a:t>
            </a:r>
          </a:p>
          <a:p>
            <a:pPr lvl="3"/>
            <a:r>
              <a:t>Texte niveau 4</a:t>
            </a:r>
          </a:p>
          <a:p>
            <a:pPr lvl="4"/>
            <a:r>
              <a:t>Texte niveau 5</a:t>
            </a:r>
          </a:p>
        </p:txBody>
      </p:sp>
      <p:sp>
        <p:nvSpPr>
          <p:cNvPr id="120" name="Google Shape;98;p6"/>
          <p:cNvSpPr/>
          <p:nvPr/>
        </p:nvSpPr>
        <p:spPr>
          <a:xfrm flipH="1">
            <a:off x="7772470" y="128"/>
            <a:ext cx="1371534" cy="35672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2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128" name="Texte du titre"/>
          <p:cNvSpPr txBox="1"/>
          <p:nvPr>
            <p:ph type="title"/>
          </p:nvPr>
        </p:nvSpPr>
        <p:spPr>
          <a:xfrm>
            <a:off x="1278049" y="343200"/>
            <a:ext cx="6588002" cy="669001"/>
          </a:xfrm>
          <a:prstGeom prst="rect">
            <a:avLst/>
          </a:prstGeom>
        </p:spPr>
        <p:txBody>
          <a:bodyPr>
            <a:normAutofit fontScale="100000" lnSpcReduction="0"/>
          </a:bodyPr>
          <a:lstStyle>
            <a:lvl1pPr algn="ctr">
              <a:defRPr sz="3000">
                <a:solidFill>
                  <a:schemeClr val="accent2"/>
                </a:solidFill>
              </a:defRPr>
            </a:lvl1pPr>
          </a:lstStyle>
          <a:p>
            <a:pPr/>
            <a:r>
              <a:t>Texte du titre</a:t>
            </a:r>
          </a:p>
        </p:txBody>
      </p:sp>
      <p:sp>
        <p:nvSpPr>
          <p:cNvPr id="129"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136" name="Texte du titre"/>
          <p:cNvSpPr txBox="1"/>
          <p:nvPr>
            <p:ph type="title"/>
          </p:nvPr>
        </p:nvSpPr>
        <p:spPr>
          <a:xfrm>
            <a:off x="1278049" y="343200"/>
            <a:ext cx="6588002" cy="669001"/>
          </a:xfrm>
          <a:prstGeom prst="rect">
            <a:avLst/>
          </a:prstGeom>
        </p:spPr>
        <p:txBody>
          <a:bodyPr>
            <a:normAutofit fontScale="100000" lnSpcReduction="0"/>
          </a:bodyPr>
          <a:lstStyle>
            <a:lvl1pPr algn="ctr">
              <a:defRPr sz="3000">
                <a:solidFill>
                  <a:schemeClr val="accent2"/>
                </a:solidFill>
              </a:defRPr>
            </a:lvl1pPr>
          </a:lstStyle>
          <a:p>
            <a:pPr/>
            <a:r>
              <a:t>Texte du titre</a:t>
            </a:r>
          </a:p>
        </p:txBody>
      </p:sp>
      <p:sp>
        <p:nvSpPr>
          <p:cNvPr id="137" name="Texte niveau 1…"/>
          <p:cNvSpPr txBox="1"/>
          <p:nvPr>
            <p:ph type="body" sz="quarter" idx="1"/>
          </p:nvPr>
        </p:nvSpPr>
        <p:spPr>
          <a:xfrm>
            <a:off x="1456725" y="1617100"/>
            <a:ext cx="1960801" cy="1037701"/>
          </a:xfrm>
          <a:prstGeom prst="rect">
            <a:avLst/>
          </a:prstGeom>
        </p:spPr>
        <p:txBody>
          <a:bodyPr anchor="ctr">
            <a:normAutofit fontScale="100000" lnSpcReduction="0"/>
          </a:bodyPr>
          <a:lstStyle>
            <a:lvl1pPr marL="342900" indent="-228600">
              <a:lnSpc>
                <a:spcPct val="100000"/>
              </a:lnSpc>
              <a:buClrTx/>
              <a:buSzTx/>
              <a:buFontTx/>
              <a:buNone/>
              <a:defRPr sz="1600"/>
            </a:lvl1pPr>
            <a:lvl2pPr marL="342900" indent="254000">
              <a:lnSpc>
                <a:spcPct val="100000"/>
              </a:lnSpc>
              <a:buClrTx/>
              <a:buSzTx/>
              <a:buFontTx/>
              <a:buNone/>
              <a:defRPr sz="1600"/>
            </a:lvl2pPr>
            <a:lvl3pPr marL="342900" indent="711200">
              <a:lnSpc>
                <a:spcPct val="100000"/>
              </a:lnSpc>
              <a:buClrTx/>
              <a:buSzTx/>
              <a:buFontTx/>
              <a:buNone/>
              <a:defRPr sz="1600"/>
            </a:lvl3pPr>
            <a:lvl4pPr marL="342900" indent="1168400">
              <a:lnSpc>
                <a:spcPct val="100000"/>
              </a:lnSpc>
              <a:buClrTx/>
              <a:buSzTx/>
              <a:buFontTx/>
              <a:buNone/>
              <a:defRPr sz="1600"/>
            </a:lvl4pPr>
            <a:lvl5pPr marL="342900" indent="1625600">
              <a:lnSpc>
                <a:spcPct val="100000"/>
              </a:lnSpc>
              <a:buClrTx/>
              <a:buSzTx/>
              <a:buFontTx/>
              <a:buNone/>
              <a:defRPr sz="1600"/>
            </a:lvl5pPr>
          </a:lstStyle>
          <a:p>
            <a:pPr/>
            <a:r>
              <a:t>Texte niveau 1</a:t>
            </a:r>
          </a:p>
          <a:p>
            <a:pPr lvl="1"/>
            <a:r>
              <a:t>Texte niveau 2</a:t>
            </a:r>
          </a:p>
          <a:p>
            <a:pPr lvl="2"/>
            <a:r>
              <a:t>Texte niveau 3</a:t>
            </a:r>
          </a:p>
          <a:p>
            <a:pPr lvl="3"/>
            <a:r>
              <a:t>Texte niveau 4</a:t>
            </a:r>
          </a:p>
          <a:p>
            <a:pPr lvl="4"/>
            <a:r>
              <a:t>Texte niveau 5</a:t>
            </a:r>
          </a:p>
        </p:txBody>
      </p:sp>
      <p:sp>
        <p:nvSpPr>
          <p:cNvPr id="138" name="Google Shape;104;p8"/>
          <p:cNvSpPr/>
          <p:nvPr/>
        </p:nvSpPr>
        <p:spPr>
          <a:xfrm>
            <a:off x="26" y="2689848"/>
            <a:ext cx="2770845" cy="1033355"/>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39" name="Google Shape;105;p8"/>
          <p:cNvSpPr/>
          <p:nvPr/>
        </p:nvSpPr>
        <p:spPr>
          <a:xfrm>
            <a:off x="11" y="0"/>
            <a:ext cx="1278135" cy="442748"/>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4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_1">
    <p:spTree>
      <p:nvGrpSpPr>
        <p:cNvPr id="1" name=""/>
        <p:cNvGrpSpPr/>
        <p:nvPr/>
      </p:nvGrpSpPr>
      <p:grpSpPr>
        <a:xfrm>
          <a:off x="0" y="0"/>
          <a:ext cx="0" cy="0"/>
          <a:chOff x="0" y="0"/>
          <a:chExt cx="0" cy="0"/>
        </a:xfrm>
      </p:grpSpPr>
      <p:sp>
        <p:nvSpPr>
          <p:cNvPr id="147" name="Google Shape;107;p9"/>
          <p:cNvSpPr/>
          <p:nvPr/>
        </p:nvSpPr>
        <p:spPr>
          <a:xfrm flipH="1">
            <a:off x="155" y="323033"/>
            <a:ext cx="1183484" cy="355187"/>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48" name="Google Shape;108;p9"/>
          <p:cNvSpPr/>
          <p:nvPr/>
        </p:nvSpPr>
        <p:spPr>
          <a:xfrm flipH="1">
            <a:off x="203" y="912525"/>
            <a:ext cx="3076170" cy="355173"/>
          </a:xfrm>
          <a:prstGeom prst="rect">
            <a:avLst/>
          </a:prstGeom>
          <a:solidFill>
            <a:srgbClr val="FFFFFF">
              <a:alpha val="196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49" name="Google Shape;109;p9"/>
          <p:cNvSpPr/>
          <p:nvPr/>
        </p:nvSpPr>
        <p:spPr>
          <a:xfrm flipH="1">
            <a:off x="111" y="2089949"/>
            <a:ext cx="1766474" cy="356724"/>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0" name="Google Shape;110;p9"/>
          <p:cNvSpPr/>
          <p:nvPr/>
        </p:nvSpPr>
        <p:spPr>
          <a:xfrm flipH="1">
            <a:off x="6715606" y="2089949"/>
            <a:ext cx="2070789" cy="356724"/>
          </a:xfrm>
          <a:prstGeom prst="rect">
            <a:avLst/>
          </a:prstGeom>
          <a:solidFill>
            <a:srgbClr val="FFFFFF">
              <a:alpha val="196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1" name="Google Shape;111;p9"/>
          <p:cNvSpPr/>
          <p:nvPr/>
        </p:nvSpPr>
        <p:spPr>
          <a:xfrm flipH="1">
            <a:off x="1229530" y="1500449"/>
            <a:ext cx="1104094" cy="356745"/>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2" name="Google Shape;112;p9"/>
          <p:cNvSpPr/>
          <p:nvPr/>
        </p:nvSpPr>
        <p:spPr>
          <a:xfrm flipH="1">
            <a:off x="240" y="2679428"/>
            <a:ext cx="2247457"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3" name="Google Shape;113;p9"/>
          <p:cNvSpPr/>
          <p:nvPr/>
        </p:nvSpPr>
        <p:spPr>
          <a:xfrm flipH="1">
            <a:off x="23" y="1500449"/>
            <a:ext cx="1037938" cy="356745"/>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4" name="Google Shape;114;p9"/>
          <p:cNvSpPr/>
          <p:nvPr/>
        </p:nvSpPr>
        <p:spPr>
          <a:xfrm flipH="1">
            <a:off x="157" y="3268906"/>
            <a:ext cx="1103882" cy="355187"/>
          </a:xfrm>
          <a:prstGeom prst="rect">
            <a:avLst/>
          </a:prstGeom>
          <a:solidFill>
            <a:srgbClr val="FFFFFF">
              <a:alpha val="196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5" name="Google Shape;115;p9"/>
          <p:cNvSpPr/>
          <p:nvPr/>
        </p:nvSpPr>
        <p:spPr>
          <a:xfrm flipH="1">
            <a:off x="1299941" y="3268903"/>
            <a:ext cx="490733"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6" name="Google Shape;116;p9"/>
          <p:cNvSpPr/>
          <p:nvPr/>
        </p:nvSpPr>
        <p:spPr>
          <a:xfrm flipH="1">
            <a:off x="131" y="3858378"/>
            <a:ext cx="1457194" cy="355195"/>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7" name="Google Shape;117;p9"/>
          <p:cNvSpPr/>
          <p:nvPr/>
        </p:nvSpPr>
        <p:spPr>
          <a:xfrm flipH="1">
            <a:off x="7377316" y="3858378"/>
            <a:ext cx="1766475" cy="355195"/>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8" name="Google Shape;118;p9"/>
          <p:cNvSpPr/>
          <p:nvPr/>
        </p:nvSpPr>
        <p:spPr>
          <a:xfrm flipH="1">
            <a:off x="7488715" y="2679428"/>
            <a:ext cx="1655077" cy="355194"/>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59" name="Google Shape;119;p9"/>
          <p:cNvSpPr/>
          <p:nvPr/>
        </p:nvSpPr>
        <p:spPr>
          <a:xfrm flipH="1">
            <a:off x="8105944" y="3268903"/>
            <a:ext cx="1037939" cy="35519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0" name="Google Shape;120;p9"/>
          <p:cNvSpPr/>
          <p:nvPr/>
        </p:nvSpPr>
        <p:spPr>
          <a:xfrm flipH="1">
            <a:off x="8039880" y="1500455"/>
            <a:ext cx="1103882" cy="356731"/>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1" name="Google Shape;121;p9"/>
          <p:cNvSpPr/>
          <p:nvPr/>
        </p:nvSpPr>
        <p:spPr>
          <a:xfrm flipH="1">
            <a:off x="5478250" y="1500455"/>
            <a:ext cx="2365681" cy="356731"/>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2" name="Google Shape;122;p9"/>
          <p:cNvSpPr/>
          <p:nvPr/>
        </p:nvSpPr>
        <p:spPr>
          <a:xfrm flipH="1">
            <a:off x="6896104" y="912525"/>
            <a:ext cx="2247618" cy="355173"/>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3" name="Google Shape;123;p9"/>
          <p:cNvSpPr/>
          <p:nvPr/>
        </p:nvSpPr>
        <p:spPr>
          <a:xfrm flipH="1">
            <a:off x="3895731" y="323025"/>
            <a:ext cx="4819378"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4" name="Google Shape;124;p9"/>
          <p:cNvSpPr/>
          <p:nvPr/>
        </p:nvSpPr>
        <p:spPr>
          <a:xfrm flipH="1">
            <a:off x="2611629" y="4446328"/>
            <a:ext cx="6532372" cy="356723"/>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5" name="Google Shape;125;p9"/>
          <p:cNvSpPr/>
          <p:nvPr/>
        </p:nvSpPr>
        <p:spPr>
          <a:xfrm>
            <a:off x="2094067" y="1123142"/>
            <a:ext cx="4955558" cy="301231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6" name="Google Shape;126;p9"/>
          <p:cNvSpPr/>
          <p:nvPr/>
        </p:nvSpPr>
        <p:spPr>
          <a:xfrm>
            <a:off x="4277738" y="1545757"/>
            <a:ext cx="191019" cy="2983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848" y="0"/>
                </a:moveTo>
                <a:lnTo>
                  <a:pt x="0" y="10814"/>
                </a:lnTo>
                <a:lnTo>
                  <a:pt x="16848" y="21600"/>
                </a:lnTo>
                <a:lnTo>
                  <a:pt x="21600" y="18558"/>
                </a:lnTo>
                <a:lnTo>
                  <a:pt x="9503" y="10814"/>
                </a:lnTo>
                <a:lnTo>
                  <a:pt x="21600" y="3042"/>
                </a:lnTo>
                <a:lnTo>
                  <a:pt x="16848" y="0"/>
                </a:lnTo>
                <a:close/>
              </a:path>
            </a:pathLst>
          </a:cu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7" name="Google Shape;127;p9"/>
          <p:cNvSpPr/>
          <p:nvPr/>
        </p:nvSpPr>
        <p:spPr>
          <a:xfrm>
            <a:off x="4674542" y="1545757"/>
            <a:ext cx="191412" cy="2983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42" y="0"/>
                </a:moveTo>
                <a:lnTo>
                  <a:pt x="0" y="3042"/>
                </a:lnTo>
                <a:lnTo>
                  <a:pt x="12120" y="10814"/>
                </a:lnTo>
                <a:lnTo>
                  <a:pt x="0" y="18558"/>
                </a:lnTo>
                <a:lnTo>
                  <a:pt x="4742" y="21600"/>
                </a:lnTo>
                <a:lnTo>
                  <a:pt x="21600" y="10814"/>
                </a:lnTo>
                <a:lnTo>
                  <a:pt x="4742" y="0"/>
                </a:lnTo>
                <a:close/>
              </a:path>
            </a:pathLst>
          </a:cu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8" name="Google Shape;128;p9"/>
          <p:cNvSpPr/>
          <p:nvPr/>
        </p:nvSpPr>
        <p:spPr>
          <a:xfrm>
            <a:off x="4508063" y="1516186"/>
            <a:ext cx="127205" cy="357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91" y="0"/>
                </a:moveTo>
                <a:lnTo>
                  <a:pt x="0" y="20894"/>
                </a:lnTo>
                <a:lnTo>
                  <a:pt x="9904" y="21600"/>
                </a:lnTo>
                <a:lnTo>
                  <a:pt x="21600" y="704"/>
                </a:lnTo>
                <a:lnTo>
                  <a:pt x="11691" y="0"/>
                </a:lnTo>
                <a:close/>
              </a:path>
            </a:pathLst>
          </a:cu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69" name="Google Shape;129;p9"/>
          <p:cNvSpPr/>
          <p:nvPr/>
        </p:nvSpPr>
        <p:spPr>
          <a:xfrm flipH="1">
            <a:off x="1647954" y="3858378"/>
            <a:ext cx="1766547" cy="355195"/>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70" name="Google Shape;130;p9"/>
          <p:cNvSpPr/>
          <p:nvPr/>
        </p:nvSpPr>
        <p:spPr>
          <a:xfrm flipH="1">
            <a:off x="6667517" y="3268903"/>
            <a:ext cx="1246814" cy="355194"/>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71" name="Google Shape;131;p9"/>
          <p:cNvSpPr/>
          <p:nvPr/>
        </p:nvSpPr>
        <p:spPr>
          <a:xfrm flipH="1">
            <a:off x="5729416" y="912525"/>
            <a:ext cx="985625" cy="35517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72" name="Texte niveau 1…"/>
          <p:cNvSpPr txBox="1"/>
          <p:nvPr>
            <p:ph type="body" sz="quarter" idx="1"/>
          </p:nvPr>
        </p:nvSpPr>
        <p:spPr>
          <a:xfrm>
            <a:off x="2521799" y="2340324"/>
            <a:ext cx="4100402" cy="808501"/>
          </a:xfrm>
          <a:prstGeom prst="rect">
            <a:avLst/>
          </a:prstGeom>
        </p:spPr>
        <p:txBody>
          <a:bodyPr lIns="0" tIns="0" rIns="0" bIns="0" anchor="ctr">
            <a:normAutofit fontScale="100000" lnSpcReduction="0"/>
          </a:bodyPr>
          <a:lstStyle>
            <a:lvl1pPr marL="342900" indent="-228600" algn="ctr">
              <a:lnSpc>
                <a:spcPct val="100000"/>
              </a:lnSpc>
              <a:buClrTx/>
              <a:buSzTx/>
              <a:buFontTx/>
              <a:buNone/>
              <a:defRPr b="1" sz="1600">
                <a:solidFill>
                  <a:schemeClr val="accent1"/>
                </a:solidFill>
                <a:latin typeface="Overpass Mono"/>
                <a:ea typeface="Overpass Mono"/>
                <a:cs typeface="Overpass Mono"/>
                <a:sym typeface="Overpass Mono"/>
              </a:defRPr>
            </a:lvl1pPr>
            <a:lvl2pPr marL="342900" indent="254000" algn="ctr">
              <a:lnSpc>
                <a:spcPct val="100000"/>
              </a:lnSpc>
              <a:buClrTx/>
              <a:buSzTx/>
              <a:buFontTx/>
              <a:buNone/>
              <a:defRPr b="1" sz="1600">
                <a:solidFill>
                  <a:schemeClr val="accent1"/>
                </a:solidFill>
                <a:latin typeface="Overpass Mono"/>
                <a:ea typeface="Overpass Mono"/>
                <a:cs typeface="Overpass Mono"/>
                <a:sym typeface="Overpass Mono"/>
              </a:defRPr>
            </a:lvl2pPr>
            <a:lvl3pPr marL="342900" indent="711200" algn="ctr">
              <a:lnSpc>
                <a:spcPct val="100000"/>
              </a:lnSpc>
              <a:buClrTx/>
              <a:buSzTx/>
              <a:buFontTx/>
              <a:buNone/>
              <a:defRPr b="1" sz="1600">
                <a:solidFill>
                  <a:schemeClr val="accent1"/>
                </a:solidFill>
                <a:latin typeface="Overpass Mono"/>
                <a:ea typeface="Overpass Mono"/>
                <a:cs typeface="Overpass Mono"/>
                <a:sym typeface="Overpass Mono"/>
              </a:defRPr>
            </a:lvl3pPr>
            <a:lvl4pPr marL="342900" indent="1168400" algn="ctr">
              <a:lnSpc>
                <a:spcPct val="100000"/>
              </a:lnSpc>
              <a:buClrTx/>
              <a:buSzTx/>
              <a:buFontTx/>
              <a:buNone/>
              <a:defRPr b="1" sz="1600">
                <a:solidFill>
                  <a:schemeClr val="accent1"/>
                </a:solidFill>
                <a:latin typeface="Overpass Mono"/>
                <a:ea typeface="Overpass Mono"/>
                <a:cs typeface="Overpass Mono"/>
                <a:sym typeface="Overpass Mono"/>
              </a:defRPr>
            </a:lvl4pPr>
            <a:lvl5pPr marL="342900" indent="1625600" algn="ctr">
              <a:lnSpc>
                <a:spcPct val="100000"/>
              </a:lnSpc>
              <a:buClrTx/>
              <a:buSzTx/>
              <a:buFontTx/>
              <a:buNone/>
              <a:defRPr b="1" sz="1600">
                <a:solidFill>
                  <a:schemeClr val="accent1"/>
                </a:solidFill>
                <a:latin typeface="Overpass Mono"/>
                <a:ea typeface="Overpass Mono"/>
                <a:cs typeface="Overpass Mono"/>
                <a:sym typeface="Overpass Mono"/>
              </a:defRPr>
            </a:lvl5pPr>
          </a:lstStyle>
          <a:p>
            <a:pPr/>
            <a:r>
              <a:t>Texte niveau 1</a:t>
            </a:r>
          </a:p>
          <a:p>
            <a:pPr lvl="1"/>
            <a:r>
              <a:t>Texte niveau 2</a:t>
            </a:r>
          </a:p>
          <a:p>
            <a:pPr lvl="2"/>
            <a:r>
              <a:t>Texte niveau 3</a:t>
            </a:r>
          </a:p>
          <a:p>
            <a:pPr lvl="3"/>
            <a:r>
              <a:t>Texte niveau 4</a:t>
            </a:r>
          </a:p>
          <a:p>
            <a:pPr lvl="4"/>
            <a:r>
              <a:t>Texte niveau 5</a:t>
            </a:r>
          </a:p>
        </p:txBody>
      </p:sp>
      <p:sp>
        <p:nvSpPr>
          <p:cNvPr id="173" name="Texte du titre"/>
          <p:cNvSpPr txBox="1"/>
          <p:nvPr>
            <p:ph type="title"/>
          </p:nvPr>
        </p:nvSpPr>
        <p:spPr>
          <a:xfrm>
            <a:off x="2521799" y="3221225"/>
            <a:ext cx="4100402" cy="402901"/>
          </a:xfrm>
          <a:prstGeom prst="rect">
            <a:avLst/>
          </a:prstGeom>
        </p:spPr>
        <p:txBody>
          <a:bodyPr lIns="0" tIns="0" rIns="0" bIns="0">
            <a:normAutofit fontScale="100000" lnSpcReduction="0"/>
          </a:bodyPr>
          <a:lstStyle>
            <a:lvl1pPr algn="ctr">
              <a:defRPr b="0" sz="2200">
                <a:solidFill>
                  <a:schemeClr val="accent1"/>
                </a:solidFill>
                <a:latin typeface="Anaheim"/>
                <a:ea typeface="Anaheim"/>
                <a:cs typeface="Anaheim"/>
                <a:sym typeface="Anaheim"/>
              </a:defRPr>
            </a:lvl1pPr>
          </a:lstStyle>
          <a:p>
            <a:pPr/>
            <a:r>
              <a:t>Texte du titre</a:t>
            </a:r>
          </a:p>
        </p:txBody>
      </p:sp>
      <p:sp>
        <p:nvSpPr>
          <p:cNvPr id="174"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181" name="Texte niveau 1…"/>
          <p:cNvSpPr txBox="1"/>
          <p:nvPr>
            <p:ph type="body" sz="quarter" idx="1"/>
          </p:nvPr>
        </p:nvSpPr>
        <p:spPr>
          <a:xfrm>
            <a:off x="5247749" y="2169549"/>
            <a:ext cx="2467501" cy="1455601"/>
          </a:xfrm>
          <a:prstGeom prst="rect">
            <a:avLst/>
          </a:prstGeom>
        </p:spPr>
        <p:txBody>
          <a:bodyPr anchor="ctr">
            <a:normAutofit fontScale="100000" lnSpcReduction="0"/>
          </a:bodyPr>
          <a:lstStyle>
            <a:lvl1pPr marL="342900" indent="-228600">
              <a:lnSpc>
                <a:spcPct val="100000"/>
              </a:lnSpc>
              <a:buClrTx/>
              <a:buSzTx/>
              <a:buFontTx/>
              <a:buNone/>
              <a:defRPr sz="1600"/>
            </a:lvl1pPr>
            <a:lvl2pPr marL="342900" indent="254000">
              <a:lnSpc>
                <a:spcPct val="100000"/>
              </a:lnSpc>
              <a:buClrTx/>
              <a:buSzTx/>
              <a:buFontTx/>
              <a:buNone/>
              <a:defRPr sz="1600"/>
            </a:lvl2pPr>
            <a:lvl3pPr marL="342900" indent="711200">
              <a:lnSpc>
                <a:spcPct val="100000"/>
              </a:lnSpc>
              <a:buClrTx/>
              <a:buSzTx/>
              <a:buFontTx/>
              <a:buNone/>
              <a:defRPr sz="1600"/>
            </a:lvl3pPr>
            <a:lvl4pPr marL="342900" indent="1168400">
              <a:lnSpc>
                <a:spcPct val="100000"/>
              </a:lnSpc>
              <a:buClrTx/>
              <a:buSzTx/>
              <a:buFontTx/>
              <a:buNone/>
              <a:defRPr sz="1600"/>
            </a:lvl4pPr>
            <a:lvl5pPr marL="342900" indent="1625600">
              <a:lnSpc>
                <a:spcPct val="100000"/>
              </a:lnSpc>
              <a:buClrTx/>
              <a:buSzTx/>
              <a:buFontTx/>
              <a:buNone/>
              <a:defRPr sz="1600"/>
            </a:lvl5pPr>
          </a:lstStyle>
          <a:p>
            <a:pPr/>
            <a:r>
              <a:t>Texte niveau 1</a:t>
            </a:r>
          </a:p>
          <a:p>
            <a:pPr lvl="1"/>
            <a:r>
              <a:t>Texte niveau 2</a:t>
            </a:r>
          </a:p>
          <a:p>
            <a:pPr lvl="2"/>
            <a:r>
              <a:t>Texte niveau 3</a:t>
            </a:r>
          </a:p>
          <a:p>
            <a:pPr lvl="3"/>
            <a:r>
              <a:t>Texte niveau 4</a:t>
            </a:r>
          </a:p>
          <a:p>
            <a:pPr lvl="4"/>
            <a:r>
              <a:t>Texte niveau 5</a:t>
            </a:r>
          </a:p>
        </p:txBody>
      </p:sp>
      <p:sp>
        <p:nvSpPr>
          <p:cNvPr id="182" name="Texte du titre"/>
          <p:cNvSpPr txBox="1"/>
          <p:nvPr>
            <p:ph type="title"/>
          </p:nvPr>
        </p:nvSpPr>
        <p:spPr>
          <a:xfrm>
            <a:off x="1278049" y="343200"/>
            <a:ext cx="6588002" cy="669001"/>
          </a:xfrm>
          <a:prstGeom prst="rect">
            <a:avLst/>
          </a:prstGeom>
        </p:spPr>
        <p:txBody>
          <a:bodyPr>
            <a:normAutofit fontScale="100000" lnSpcReduction="0"/>
          </a:bodyPr>
          <a:lstStyle>
            <a:lvl1pPr algn="ctr">
              <a:defRPr sz="3000">
                <a:solidFill>
                  <a:schemeClr val="accent2"/>
                </a:solidFill>
              </a:defRPr>
            </a:lvl1pPr>
          </a:lstStyle>
          <a:p>
            <a:pPr/>
            <a:r>
              <a:t>Texte du titre</a:t>
            </a:r>
          </a:p>
        </p:txBody>
      </p:sp>
      <p:sp>
        <p:nvSpPr>
          <p:cNvPr id="183" name="Google Shape;137;p10"/>
          <p:cNvSpPr/>
          <p:nvPr/>
        </p:nvSpPr>
        <p:spPr>
          <a:xfrm>
            <a:off x="6419050" y="1575199"/>
            <a:ext cx="2725055" cy="240856"/>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84" name="Google Shape;138;p10"/>
          <p:cNvSpPr/>
          <p:nvPr/>
        </p:nvSpPr>
        <p:spPr>
          <a:xfrm>
            <a:off x="15" y="4700673"/>
            <a:ext cx="1675606" cy="442748"/>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8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_1">
    <p:spTree>
      <p:nvGrpSpPr>
        <p:cNvPr id="1" name=""/>
        <p:cNvGrpSpPr/>
        <p:nvPr/>
      </p:nvGrpSpPr>
      <p:grpSpPr>
        <a:xfrm>
          <a:off x="0" y="0"/>
          <a:ext cx="0" cy="0"/>
          <a:chOff x="0" y="0"/>
          <a:chExt cx="0" cy="0"/>
        </a:xfrm>
      </p:grpSpPr>
      <p:sp>
        <p:nvSpPr>
          <p:cNvPr id="192" name="Google Shape;140;p11"/>
          <p:cNvSpPr/>
          <p:nvPr/>
        </p:nvSpPr>
        <p:spPr>
          <a:xfrm>
            <a:off x="7928639" y="81"/>
            <a:ext cx="1215275" cy="401851"/>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93" name="Google Shape;141;p11"/>
          <p:cNvSpPr/>
          <p:nvPr/>
        </p:nvSpPr>
        <p:spPr>
          <a:xfrm>
            <a:off x="3511524" y="783785"/>
            <a:ext cx="5632331" cy="2353697"/>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94" name="Texte du titre"/>
          <p:cNvSpPr txBox="1"/>
          <p:nvPr>
            <p:ph type="title"/>
          </p:nvPr>
        </p:nvSpPr>
        <p:spPr>
          <a:xfrm>
            <a:off x="3762375" y="1012300"/>
            <a:ext cx="4915200" cy="1940101"/>
          </a:xfrm>
          <a:prstGeom prst="rect">
            <a:avLst/>
          </a:prstGeom>
        </p:spPr>
        <p:txBody>
          <a:bodyPr lIns="0" tIns="0" rIns="0" bIns="0" anchor="ctr">
            <a:normAutofit fontScale="100000" lnSpcReduction="0"/>
          </a:bodyPr>
          <a:lstStyle>
            <a:lvl1pPr algn="r">
              <a:defRPr sz="3500">
                <a:solidFill>
                  <a:schemeClr val="accent1"/>
                </a:solidFill>
              </a:defRPr>
            </a:lvl1pPr>
          </a:lstStyle>
          <a:p>
            <a:pPr/>
            <a:r>
              <a:t>Texte du titre</a:t>
            </a:r>
          </a:p>
        </p:txBody>
      </p:sp>
      <p:sp>
        <p:nvSpPr>
          <p:cNvPr id="195" name="Google Shape;143;p11"/>
          <p:cNvSpPr/>
          <p:nvPr/>
        </p:nvSpPr>
        <p:spPr>
          <a:xfrm>
            <a:off x="5865073" y="3429581"/>
            <a:ext cx="1215343" cy="25960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96" name="Google Shape;144;p11"/>
          <p:cNvSpPr/>
          <p:nvPr/>
        </p:nvSpPr>
        <p:spPr>
          <a:xfrm>
            <a:off x="8018967" y="3429581"/>
            <a:ext cx="1124959" cy="25962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97" name="Google Shape;145;p11"/>
          <p:cNvSpPr/>
          <p:nvPr/>
        </p:nvSpPr>
        <p:spPr>
          <a:xfrm>
            <a:off x="7083824" y="3429581"/>
            <a:ext cx="259696" cy="259603"/>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98" name="Google Shape;146;p11"/>
          <p:cNvSpPr/>
          <p:nvPr/>
        </p:nvSpPr>
        <p:spPr>
          <a:xfrm>
            <a:off x="7496638" y="3429581"/>
            <a:ext cx="259645" cy="259624"/>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199"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206" name="Texte niveau 1…"/>
          <p:cNvSpPr txBox="1"/>
          <p:nvPr>
            <p:ph type="body" sz="quarter" idx="1"/>
          </p:nvPr>
        </p:nvSpPr>
        <p:spPr>
          <a:xfrm>
            <a:off x="311699" y="3306869"/>
            <a:ext cx="8520602" cy="651001"/>
          </a:xfrm>
          <a:prstGeom prst="rect">
            <a:avLst/>
          </a:prstGeom>
        </p:spPr>
        <p:txBody>
          <a:bodyPr>
            <a:normAutofit fontScale="100000" lnSpcReduction="0"/>
          </a:bodyPr>
          <a:lstStyle>
            <a:lvl1pPr indent="-330200" algn="ctr">
              <a:buSzPts val="1600"/>
              <a:defRPr sz="1600"/>
            </a:lvl1pPr>
            <a:lvl2pPr marL="914400" indent="-330200" algn="ctr">
              <a:buSzPts val="1600"/>
              <a:defRPr sz="1600"/>
            </a:lvl2pPr>
            <a:lvl3pPr marL="1371600" indent="-330200" algn="ctr">
              <a:buSzPts val="1600"/>
              <a:defRPr sz="1600"/>
            </a:lvl3pPr>
            <a:lvl4pPr marL="1828800" indent="-330200" algn="ctr">
              <a:buSzPts val="1600"/>
              <a:defRPr sz="1600"/>
            </a:lvl4pPr>
            <a:lvl5pPr marL="2286000" indent="-330200" algn="ctr">
              <a:buSzPts val="1600"/>
              <a:defRPr sz="1600"/>
            </a:lvl5pPr>
          </a:lstStyle>
          <a:p>
            <a:pPr/>
            <a:r>
              <a:t>Texte niveau 1</a:t>
            </a:r>
          </a:p>
          <a:p>
            <a:pPr lvl="1"/>
            <a:r>
              <a:t>Texte niveau 2</a:t>
            </a:r>
          </a:p>
          <a:p>
            <a:pPr lvl="2"/>
            <a:r>
              <a:t>Texte niveau 3</a:t>
            </a:r>
          </a:p>
          <a:p>
            <a:pPr lvl="3"/>
            <a:r>
              <a:t>Texte niveau 4</a:t>
            </a:r>
          </a:p>
          <a:p>
            <a:pPr lvl="4"/>
            <a:r>
              <a:t>Texte niveau 5</a:t>
            </a:r>
          </a:p>
        </p:txBody>
      </p:sp>
      <p:sp>
        <p:nvSpPr>
          <p:cNvPr id="207" name="Google Shape;149;p12"/>
          <p:cNvSpPr/>
          <p:nvPr/>
        </p:nvSpPr>
        <p:spPr>
          <a:xfrm rot="10800000">
            <a:off x="2751806" y="4243801"/>
            <a:ext cx="6390891" cy="904549"/>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08" name="Google Shape;150;p12"/>
          <p:cNvSpPr/>
          <p:nvPr/>
        </p:nvSpPr>
        <p:spPr>
          <a:xfrm rot="10800000">
            <a:off x="1361249" y="1501676"/>
            <a:ext cx="7779126" cy="1524550"/>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09" name="Google Shape;151;p12"/>
          <p:cNvSpPr/>
          <p:nvPr/>
        </p:nvSpPr>
        <p:spPr>
          <a:xfrm rot="10800000">
            <a:off x="2" y="183"/>
            <a:ext cx="5789089" cy="505368"/>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0" name="Google Shape;152;p12"/>
          <p:cNvSpPr/>
          <p:nvPr/>
        </p:nvSpPr>
        <p:spPr>
          <a:xfrm rot="10800000">
            <a:off x="149" y="1501999"/>
            <a:ext cx="1103882" cy="355187"/>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1" name="Google Shape;153;p12"/>
          <p:cNvSpPr/>
          <p:nvPr/>
        </p:nvSpPr>
        <p:spPr>
          <a:xfrm rot="10800000">
            <a:off x="532567" y="912523"/>
            <a:ext cx="1055360" cy="35517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2" name="Google Shape;154;p12"/>
          <p:cNvSpPr/>
          <p:nvPr/>
        </p:nvSpPr>
        <p:spPr>
          <a:xfrm rot="10800000">
            <a:off x="7173253" y="912516"/>
            <a:ext cx="1970501" cy="355187"/>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3" name="Google Shape;155;p12"/>
          <p:cNvSpPr/>
          <p:nvPr/>
        </p:nvSpPr>
        <p:spPr>
          <a:xfrm rot="10800000">
            <a:off x="1814476" y="912516"/>
            <a:ext cx="1600011" cy="355187"/>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4" name="Google Shape;156;p12"/>
          <p:cNvSpPr/>
          <p:nvPr/>
        </p:nvSpPr>
        <p:spPr>
          <a:xfrm rot="10800000">
            <a:off x="4523684" y="323048"/>
            <a:ext cx="2095391" cy="356724"/>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5" name="Google Shape;157;p12"/>
          <p:cNvSpPr/>
          <p:nvPr/>
        </p:nvSpPr>
        <p:spPr>
          <a:xfrm rot="10800000">
            <a:off x="7381057" y="3345806"/>
            <a:ext cx="1762839" cy="35519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6" name="Google Shape;158;p12"/>
          <p:cNvSpPr/>
          <p:nvPr/>
        </p:nvSpPr>
        <p:spPr>
          <a:xfrm rot="10800000">
            <a:off x="112" y="2085052"/>
            <a:ext cx="1785322" cy="356724"/>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7" name="Google Shape;159;p12"/>
          <p:cNvSpPr/>
          <p:nvPr/>
        </p:nvSpPr>
        <p:spPr>
          <a:xfrm rot="10800000">
            <a:off x="656319" y="4788327"/>
            <a:ext cx="2628726" cy="35517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18" name="xx%"/>
          <p:cNvSpPr txBox="1"/>
          <p:nvPr>
            <p:ph type="title" hasCustomPrompt="1"/>
          </p:nvPr>
        </p:nvSpPr>
        <p:spPr>
          <a:xfrm>
            <a:off x="311699" y="1847850"/>
            <a:ext cx="8520602" cy="1382701"/>
          </a:xfrm>
          <a:prstGeom prst="rect">
            <a:avLst/>
          </a:prstGeom>
        </p:spPr>
        <p:txBody>
          <a:bodyPr lIns="0" tIns="0" rIns="0" bIns="0" anchor="b">
            <a:normAutofit fontScale="100000" lnSpcReduction="0"/>
          </a:bodyPr>
          <a:lstStyle>
            <a:lvl1pPr algn="ctr">
              <a:defRPr sz="12500"/>
            </a:lvl1pPr>
          </a:lstStyle>
          <a:p>
            <a:pPr/>
            <a:r>
              <a:t>xx%</a:t>
            </a:r>
          </a:p>
        </p:txBody>
      </p:sp>
      <p:sp>
        <p:nvSpPr>
          <p:cNvPr id="219"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226"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
    <p:spTree>
      <p:nvGrpSpPr>
        <p:cNvPr id="1" name=""/>
        <p:cNvGrpSpPr/>
        <p:nvPr/>
      </p:nvGrpSpPr>
      <p:grpSpPr>
        <a:xfrm>
          <a:off x="0" y="0"/>
          <a:ext cx="0" cy="0"/>
          <a:chOff x="0" y="0"/>
          <a:chExt cx="0" cy="0"/>
        </a:xfrm>
      </p:grpSpPr>
      <p:grpSp>
        <p:nvGrpSpPr>
          <p:cNvPr id="251" name="Google Shape;163;p14"/>
          <p:cNvGrpSpPr/>
          <p:nvPr/>
        </p:nvGrpSpPr>
        <p:grpSpPr>
          <a:xfrm>
            <a:off x="-26" y="2816318"/>
            <a:ext cx="9144048" cy="948286"/>
            <a:chOff x="0" y="32"/>
            <a:chExt cx="9144046" cy="948285"/>
          </a:xfrm>
        </p:grpSpPr>
        <p:sp>
          <p:nvSpPr>
            <p:cNvPr id="233" name="Google Shape;164;p14"/>
            <p:cNvSpPr/>
            <p:nvPr/>
          </p:nvSpPr>
          <p:spPr>
            <a:xfrm>
              <a:off x="5439509" y="816499"/>
              <a:ext cx="142124"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34" name="Google Shape;165;p14"/>
            <p:cNvSpPr/>
            <p:nvPr/>
          </p:nvSpPr>
          <p:spPr>
            <a:xfrm>
              <a:off x="5723731" y="816499"/>
              <a:ext cx="2948775"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35" name="Google Shape;166;p14"/>
            <p:cNvSpPr/>
            <p:nvPr/>
          </p:nvSpPr>
          <p:spPr>
            <a:xfrm>
              <a:off x="4574620" y="544471"/>
              <a:ext cx="1353803"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36" name="Google Shape;167;p14"/>
            <p:cNvSpPr/>
            <p:nvPr/>
          </p:nvSpPr>
          <p:spPr>
            <a:xfrm>
              <a:off x="5129368" y="32"/>
              <a:ext cx="1148795" cy="131435"/>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37" name="Google Shape;168;p14"/>
            <p:cNvSpPr/>
            <p:nvPr/>
          </p:nvSpPr>
          <p:spPr>
            <a:xfrm>
              <a:off x="3376773" y="816499"/>
              <a:ext cx="142124"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38" name="Google Shape;169;p14"/>
            <p:cNvSpPr/>
            <p:nvPr/>
          </p:nvSpPr>
          <p:spPr>
            <a:xfrm>
              <a:off x="3077703" y="32"/>
              <a:ext cx="370366" cy="131435"/>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39" name="Google Shape;170;p14"/>
            <p:cNvSpPr/>
            <p:nvPr/>
          </p:nvSpPr>
          <p:spPr>
            <a:xfrm>
              <a:off x="3542884" y="32"/>
              <a:ext cx="139468" cy="131435"/>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0" name="Google Shape;171;p14"/>
            <p:cNvSpPr/>
            <p:nvPr/>
          </p:nvSpPr>
          <p:spPr>
            <a:xfrm>
              <a:off x="3723874" y="272059"/>
              <a:ext cx="366174"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1" name="Google Shape;172;p14"/>
            <p:cNvSpPr/>
            <p:nvPr/>
          </p:nvSpPr>
          <p:spPr>
            <a:xfrm>
              <a:off x="2734794" y="272059"/>
              <a:ext cx="891623"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2" name="Google Shape;173;p14"/>
            <p:cNvSpPr/>
            <p:nvPr/>
          </p:nvSpPr>
          <p:spPr>
            <a:xfrm>
              <a:off x="864856" y="816499"/>
              <a:ext cx="142124"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3" name="Google Shape;174;p14"/>
            <p:cNvSpPr/>
            <p:nvPr/>
          </p:nvSpPr>
          <p:spPr>
            <a:xfrm>
              <a:off x="1149078" y="816499"/>
              <a:ext cx="2031648"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4" name="Google Shape;175;p14"/>
            <p:cNvSpPr/>
            <p:nvPr/>
          </p:nvSpPr>
          <p:spPr>
            <a:xfrm>
              <a:off x="-1" y="544471"/>
              <a:ext cx="1353803"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5" name="Google Shape;176;p14"/>
            <p:cNvSpPr/>
            <p:nvPr/>
          </p:nvSpPr>
          <p:spPr>
            <a:xfrm>
              <a:off x="824088" y="32"/>
              <a:ext cx="1337802" cy="131435"/>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6" name="Google Shape;177;p14"/>
            <p:cNvSpPr/>
            <p:nvPr/>
          </p:nvSpPr>
          <p:spPr>
            <a:xfrm>
              <a:off x="582170" y="32"/>
              <a:ext cx="139436" cy="131435"/>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7" name="Google Shape;178;p14"/>
            <p:cNvSpPr/>
            <p:nvPr/>
          </p:nvSpPr>
          <p:spPr>
            <a:xfrm>
              <a:off x="8756444" y="816499"/>
              <a:ext cx="142124"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8" name="Google Shape;179;p14"/>
            <p:cNvSpPr/>
            <p:nvPr/>
          </p:nvSpPr>
          <p:spPr>
            <a:xfrm>
              <a:off x="7790243" y="544471"/>
              <a:ext cx="1353803" cy="131819"/>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49" name="Google Shape;180;p14"/>
            <p:cNvSpPr/>
            <p:nvPr/>
          </p:nvSpPr>
          <p:spPr>
            <a:xfrm>
              <a:off x="6982154" y="32"/>
              <a:ext cx="1154907" cy="131435"/>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250" name="Google Shape;181;p14"/>
            <p:cNvSpPr/>
            <p:nvPr/>
          </p:nvSpPr>
          <p:spPr>
            <a:xfrm>
              <a:off x="8279072" y="32"/>
              <a:ext cx="139820" cy="131435"/>
            </a:xfrm>
            <a:prstGeom prst="rect">
              <a:avLst/>
            </a:prstGeom>
            <a:solidFill>
              <a:srgbClr val="FFFFFF">
                <a:alpha val="6270"/>
              </a:srgbClr>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grpSp>
      <p:sp>
        <p:nvSpPr>
          <p:cNvPr id="252" name="Texte du titre"/>
          <p:cNvSpPr txBox="1"/>
          <p:nvPr>
            <p:ph type="title"/>
          </p:nvPr>
        </p:nvSpPr>
        <p:spPr>
          <a:xfrm>
            <a:off x="6355374" y="-142872"/>
            <a:ext cx="1435801" cy="430501"/>
          </a:xfrm>
          <a:prstGeom prst="rect">
            <a:avLst/>
          </a:prstGeom>
        </p:spPr>
        <p:txBody>
          <a:bodyPr lIns="0" tIns="0" rIns="0" bIns="0" anchor="b">
            <a:normAutofit fontScale="100000" lnSpcReduction="0"/>
          </a:bodyPr>
          <a:lstStyle>
            <a:lvl1pPr algn="ctr">
              <a:defRPr sz="2200"/>
            </a:lvl1pPr>
          </a:lstStyle>
          <a:p>
            <a:pPr/>
            <a:r>
              <a:t>Texte du titre</a:t>
            </a:r>
          </a:p>
        </p:txBody>
      </p:sp>
      <p:sp>
        <p:nvSpPr>
          <p:cNvPr id="253" name="Texte niveau 1…"/>
          <p:cNvSpPr txBox="1"/>
          <p:nvPr>
            <p:ph type="body" sz="quarter" idx="1"/>
          </p:nvPr>
        </p:nvSpPr>
        <p:spPr>
          <a:xfrm>
            <a:off x="6040625" y="1928649"/>
            <a:ext cx="2066401" cy="430501"/>
          </a:xfrm>
          <a:prstGeom prst="rect">
            <a:avLst/>
          </a:prstGeom>
        </p:spPr>
        <p:txBody>
          <a:bodyPr lIns="0" tIns="0" rIns="0" bIns="0">
            <a:normAutofit fontScale="100000" lnSpcReduction="0"/>
          </a:bodyPr>
          <a:lstStyle>
            <a:lvl1pPr marL="0" indent="114300">
              <a:buClrTx/>
              <a:buSzTx/>
              <a:buFontTx/>
              <a:buNone/>
              <a:defRPr sz="1600"/>
            </a:lvl1pPr>
            <a:lvl2pPr marL="0" indent="596900">
              <a:buClrTx/>
              <a:buSzTx/>
              <a:buFontTx/>
              <a:buNone/>
              <a:defRPr sz="1600"/>
            </a:lvl2pPr>
            <a:lvl3pPr marL="0" indent="1054100">
              <a:buClrTx/>
              <a:buSzTx/>
              <a:buFontTx/>
              <a:buNone/>
              <a:defRPr sz="1600"/>
            </a:lvl3pPr>
            <a:lvl4pPr marL="0" indent="1511300">
              <a:buClrTx/>
              <a:buSzTx/>
              <a:buFontTx/>
              <a:buNone/>
              <a:defRPr sz="1600"/>
            </a:lvl4pPr>
            <a:lvl5pPr marL="0" indent="1968500">
              <a:buClrTx/>
              <a:buSzTx/>
              <a:buFontTx/>
              <a:buNone/>
              <a:defRPr sz="1600"/>
            </a:lvl5pPr>
          </a:lstStyle>
          <a:p>
            <a:pPr/>
            <a:r>
              <a:t>Texte niveau 1</a:t>
            </a:r>
          </a:p>
          <a:p>
            <a:pPr lvl="1"/>
            <a:r>
              <a:t>Texte niveau 2</a:t>
            </a:r>
          </a:p>
          <a:p>
            <a:pPr lvl="2"/>
            <a:r>
              <a:t>Texte niveau 3</a:t>
            </a:r>
          </a:p>
          <a:p>
            <a:pPr lvl="3"/>
            <a:r>
              <a:t>Texte niveau 4</a:t>
            </a:r>
          </a:p>
          <a:p>
            <a:pPr lvl="4"/>
            <a:r>
              <a:t>Texte niveau 5</a:t>
            </a:r>
          </a:p>
        </p:txBody>
      </p:sp>
      <p:sp>
        <p:nvSpPr>
          <p:cNvPr id="254"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
    <p:spTree>
      <p:nvGrpSpPr>
        <p:cNvPr id="1" name=""/>
        <p:cNvGrpSpPr/>
        <p:nvPr/>
      </p:nvGrpSpPr>
      <p:grpSpPr>
        <a:xfrm>
          <a:off x="0" y="0"/>
          <a:ext cx="0" cy="0"/>
          <a:chOff x="0" y="0"/>
          <a:chExt cx="0" cy="0"/>
        </a:xfrm>
      </p:grpSpPr>
      <p:sp>
        <p:nvSpPr>
          <p:cNvPr id="261" name="Google Shape;192;p15"/>
          <p:cNvSpPr/>
          <p:nvPr/>
        </p:nvSpPr>
        <p:spPr>
          <a:xfrm>
            <a:off x="29" y="1584891"/>
            <a:ext cx="4361891" cy="241323"/>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62" name="Google Shape;193;p15"/>
          <p:cNvSpPr/>
          <p:nvPr/>
        </p:nvSpPr>
        <p:spPr>
          <a:xfrm>
            <a:off x="6076300" y="1584891"/>
            <a:ext cx="1243659" cy="241352"/>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63" name="Google Shape;194;p15"/>
          <p:cNvSpPr/>
          <p:nvPr/>
        </p:nvSpPr>
        <p:spPr>
          <a:xfrm>
            <a:off x="2172065" y="3002644"/>
            <a:ext cx="1243574" cy="240870"/>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64" name="Google Shape;195;p15"/>
          <p:cNvSpPr/>
          <p:nvPr/>
        </p:nvSpPr>
        <p:spPr>
          <a:xfrm>
            <a:off x="4667292" y="3002650"/>
            <a:ext cx="4476799" cy="240855"/>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65" name="Google Shape;196;p15"/>
          <p:cNvSpPr/>
          <p:nvPr/>
        </p:nvSpPr>
        <p:spPr>
          <a:xfrm>
            <a:off x="4552959" y="1584891"/>
            <a:ext cx="1342458"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66" name="Texte du titre"/>
          <p:cNvSpPr txBox="1"/>
          <p:nvPr>
            <p:ph type="title"/>
          </p:nvPr>
        </p:nvSpPr>
        <p:spPr>
          <a:xfrm>
            <a:off x="2189800" y="1848349"/>
            <a:ext cx="2163901" cy="240901"/>
          </a:xfrm>
          <a:prstGeom prst="rect">
            <a:avLst/>
          </a:prstGeom>
        </p:spPr>
        <p:txBody>
          <a:bodyPr lIns="0" tIns="0" rIns="0" bIns="0" anchor="b">
            <a:normAutofit fontScale="100000" lnSpcReduction="0"/>
          </a:bodyPr>
          <a:lstStyle>
            <a:lvl1pPr>
              <a:defRPr sz="3500"/>
            </a:lvl1pPr>
          </a:lstStyle>
          <a:p>
            <a:pPr/>
            <a:r>
              <a:t>Texte du titre</a:t>
            </a:r>
          </a:p>
        </p:txBody>
      </p:sp>
      <p:sp>
        <p:nvSpPr>
          <p:cNvPr id="267" name="Texte niveau 1…"/>
          <p:cNvSpPr txBox="1"/>
          <p:nvPr>
            <p:ph type="body" sz="quarter" idx="1"/>
          </p:nvPr>
        </p:nvSpPr>
        <p:spPr>
          <a:xfrm>
            <a:off x="2189801" y="2162324"/>
            <a:ext cx="2163901" cy="426601"/>
          </a:xfrm>
          <a:prstGeom prst="rect">
            <a:avLst/>
          </a:prstGeom>
        </p:spPr>
        <p:txBody>
          <a:bodyPr lIns="0" tIns="0" rIns="0" bIns="0">
            <a:normAutofit fontScale="100000" lnSpcReduction="0"/>
          </a:bodyPr>
          <a:lstStyle>
            <a:lvl1pPr marL="342900" indent="-228600">
              <a:lnSpc>
                <a:spcPct val="100000"/>
              </a:lnSpc>
              <a:buClrTx/>
              <a:buSzTx/>
              <a:buFontTx/>
              <a:buNone/>
              <a:defRPr b="1" sz="2200">
                <a:latin typeface="Overpass Mono"/>
                <a:ea typeface="Overpass Mono"/>
                <a:cs typeface="Overpass Mono"/>
                <a:sym typeface="Overpass Mono"/>
              </a:defRPr>
            </a:lvl1pPr>
            <a:lvl2pPr marL="342900" indent="254000">
              <a:lnSpc>
                <a:spcPct val="100000"/>
              </a:lnSpc>
              <a:buClrTx/>
              <a:buSzTx/>
              <a:buFontTx/>
              <a:buNone/>
              <a:defRPr b="1" sz="2200">
                <a:latin typeface="Overpass Mono"/>
                <a:ea typeface="Overpass Mono"/>
                <a:cs typeface="Overpass Mono"/>
                <a:sym typeface="Overpass Mono"/>
              </a:defRPr>
            </a:lvl2pPr>
            <a:lvl3pPr marL="342900" indent="711200">
              <a:lnSpc>
                <a:spcPct val="100000"/>
              </a:lnSpc>
              <a:buClrTx/>
              <a:buSzTx/>
              <a:buFontTx/>
              <a:buNone/>
              <a:defRPr b="1" sz="2200">
                <a:latin typeface="Overpass Mono"/>
                <a:ea typeface="Overpass Mono"/>
                <a:cs typeface="Overpass Mono"/>
                <a:sym typeface="Overpass Mono"/>
              </a:defRPr>
            </a:lvl3pPr>
            <a:lvl4pPr marL="342900" indent="1168400">
              <a:lnSpc>
                <a:spcPct val="100000"/>
              </a:lnSpc>
              <a:buClrTx/>
              <a:buSzTx/>
              <a:buFontTx/>
              <a:buNone/>
              <a:defRPr b="1" sz="2200">
                <a:latin typeface="Overpass Mono"/>
                <a:ea typeface="Overpass Mono"/>
                <a:cs typeface="Overpass Mono"/>
                <a:sym typeface="Overpass Mono"/>
              </a:defRPr>
            </a:lvl4pPr>
            <a:lvl5pPr marL="342900" indent="1625600">
              <a:lnSpc>
                <a:spcPct val="100000"/>
              </a:lnSpc>
              <a:buClrTx/>
              <a:buSzTx/>
              <a:buFontTx/>
              <a:buNone/>
              <a:defRPr b="1" sz="2200">
                <a:latin typeface="Overpass Mono"/>
                <a:ea typeface="Overpass Mono"/>
                <a:cs typeface="Overpass Mono"/>
                <a:sym typeface="Overpass Mono"/>
              </a:defRPr>
            </a:lvl5pPr>
          </a:lstStyle>
          <a:p>
            <a:pPr/>
            <a:r>
              <a:t>Texte niveau 1</a:t>
            </a:r>
          </a:p>
          <a:p>
            <a:pPr lvl="1"/>
            <a:r>
              <a:t>Texte niveau 2</a:t>
            </a:r>
          </a:p>
          <a:p>
            <a:pPr lvl="2"/>
            <a:r>
              <a:t>Texte niveau 3</a:t>
            </a:r>
          </a:p>
          <a:p>
            <a:pPr lvl="3"/>
            <a:r>
              <a:t>Texte niveau 4</a:t>
            </a:r>
          </a:p>
          <a:p>
            <a:pPr lvl="4"/>
            <a:r>
              <a:t>Texte niveau 5</a:t>
            </a:r>
          </a:p>
        </p:txBody>
      </p:sp>
      <p:sp>
        <p:nvSpPr>
          <p:cNvPr id="268"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6">
    <p:spTree>
      <p:nvGrpSpPr>
        <p:cNvPr id="1" name=""/>
        <p:cNvGrpSpPr/>
        <p:nvPr/>
      </p:nvGrpSpPr>
      <p:grpSpPr>
        <a:xfrm>
          <a:off x="0" y="0"/>
          <a:ext cx="0" cy="0"/>
          <a:chOff x="0" y="0"/>
          <a:chExt cx="0" cy="0"/>
        </a:xfrm>
      </p:grpSpPr>
      <p:sp>
        <p:nvSpPr>
          <p:cNvPr id="275" name="Texte du titre"/>
          <p:cNvSpPr txBox="1"/>
          <p:nvPr>
            <p:ph type="title"/>
          </p:nvPr>
        </p:nvSpPr>
        <p:spPr>
          <a:xfrm>
            <a:off x="2266008" y="1775349"/>
            <a:ext cx="2163901" cy="356701"/>
          </a:xfrm>
          <a:prstGeom prst="rect">
            <a:avLst/>
          </a:prstGeom>
        </p:spPr>
        <p:txBody>
          <a:bodyPr lIns="0" tIns="0" rIns="0" bIns="0" anchor="b">
            <a:normAutofit fontScale="100000" lnSpcReduction="0"/>
          </a:bodyPr>
          <a:lstStyle>
            <a:lvl1pPr>
              <a:defRPr sz="2200"/>
            </a:lvl1pPr>
          </a:lstStyle>
          <a:p>
            <a:pPr/>
            <a:r>
              <a:t>Texte du titre</a:t>
            </a:r>
          </a:p>
        </p:txBody>
      </p:sp>
      <p:sp>
        <p:nvSpPr>
          <p:cNvPr id="276" name="Texte niveau 1…"/>
          <p:cNvSpPr txBox="1"/>
          <p:nvPr>
            <p:ph type="body" sz="quarter" idx="1"/>
          </p:nvPr>
        </p:nvSpPr>
        <p:spPr>
          <a:xfrm>
            <a:off x="4714175" y="2208198"/>
            <a:ext cx="2163901" cy="413101"/>
          </a:xfrm>
          <a:prstGeom prst="rect">
            <a:avLst/>
          </a:prstGeom>
        </p:spPr>
        <p:txBody>
          <a:bodyPr lIns="0" tIns="0" rIns="0" bIns="0">
            <a:normAutofit fontScale="100000" lnSpcReduction="0"/>
          </a:bodyPr>
          <a:lstStyle>
            <a:lvl1pPr marL="342900" indent="-228600" algn="r">
              <a:lnSpc>
                <a:spcPct val="100000"/>
              </a:lnSpc>
              <a:buClrTx/>
              <a:buSzTx/>
              <a:buFontTx/>
              <a:buNone/>
              <a:defRPr sz="1400"/>
            </a:lvl1pPr>
            <a:lvl2pPr marL="342900" indent="254000" algn="r">
              <a:lnSpc>
                <a:spcPct val="100000"/>
              </a:lnSpc>
              <a:buClrTx/>
              <a:buSzTx/>
              <a:buFontTx/>
              <a:buNone/>
              <a:defRPr sz="1400"/>
            </a:lvl2pPr>
            <a:lvl3pPr marL="342900" indent="711200" algn="r">
              <a:lnSpc>
                <a:spcPct val="100000"/>
              </a:lnSpc>
              <a:buClrTx/>
              <a:buSzTx/>
              <a:buFontTx/>
              <a:buNone/>
              <a:defRPr sz="1400"/>
            </a:lvl3pPr>
            <a:lvl4pPr marL="342900" indent="1168400" algn="r">
              <a:lnSpc>
                <a:spcPct val="100000"/>
              </a:lnSpc>
              <a:buClrTx/>
              <a:buSzTx/>
              <a:buFontTx/>
              <a:buNone/>
              <a:defRPr sz="1400"/>
            </a:lvl4pPr>
            <a:lvl5pPr marL="342900" indent="1625600" algn="r">
              <a:lnSpc>
                <a:spcPct val="100000"/>
              </a:lnSpc>
              <a:buClrTx/>
              <a:buSzTx/>
              <a:buFontTx/>
              <a:buNone/>
              <a:defRPr sz="1400"/>
            </a:lvl5pPr>
          </a:lstStyle>
          <a:p>
            <a:pPr/>
            <a:r>
              <a:t>Texte niveau 1</a:t>
            </a:r>
          </a:p>
          <a:p>
            <a:pPr lvl="1"/>
            <a:r>
              <a:t>Texte niveau 2</a:t>
            </a:r>
          </a:p>
          <a:p>
            <a:pPr lvl="2"/>
            <a:r>
              <a:t>Texte niveau 3</a:t>
            </a:r>
          </a:p>
          <a:p>
            <a:pPr lvl="3"/>
            <a:r>
              <a:t>Texte niveau 4</a:t>
            </a:r>
          </a:p>
          <a:p>
            <a:pPr lvl="4"/>
            <a:r>
              <a:t>Texte niveau 5</a:t>
            </a:r>
          </a:p>
        </p:txBody>
      </p:sp>
      <p:sp>
        <p:nvSpPr>
          <p:cNvPr id="277"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4">
    <p:spTree>
      <p:nvGrpSpPr>
        <p:cNvPr id="1" name=""/>
        <p:cNvGrpSpPr/>
        <p:nvPr/>
      </p:nvGrpSpPr>
      <p:grpSpPr>
        <a:xfrm>
          <a:off x="0" y="0"/>
          <a:ext cx="0" cy="0"/>
          <a:chOff x="0" y="0"/>
          <a:chExt cx="0" cy="0"/>
        </a:xfrm>
      </p:grpSpPr>
      <p:sp>
        <p:nvSpPr>
          <p:cNvPr id="284" name="Google Shape;218;p17"/>
          <p:cNvSpPr/>
          <p:nvPr/>
        </p:nvSpPr>
        <p:spPr>
          <a:xfrm>
            <a:off x="6200895" y="1515866"/>
            <a:ext cx="2943108" cy="241323"/>
          </a:xfrm>
          <a:prstGeom prst="rect">
            <a:avLst/>
          </a:prstGeom>
          <a:solidFill>
            <a:srgbClr val="FFFFFF">
              <a:alpha val="1882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85" name="Texte niveau 1…"/>
          <p:cNvSpPr txBox="1"/>
          <p:nvPr>
            <p:ph type="body" sz="quarter" idx="1"/>
          </p:nvPr>
        </p:nvSpPr>
        <p:spPr>
          <a:xfrm>
            <a:off x="5438699" y="1973024"/>
            <a:ext cx="3124201" cy="2130901"/>
          </a:xfrm>
          <a:prstGeom prst="rect">
            <a:avLst/>
          </a:prstGeom>
        </p:spPr>
        <p:txBody>
          <a:bodyPr>
            <a:normAutofit fontScale="100000" lnSpcReduction="0"/>
          </a:bodyPr>
          <a:lstStyle>
            <a:lvl1pPr indent="-330200" algn="r">
              <a:lnSpc>
                <a:spcPct val="100000"/>
              </a:lnSpc>
              <a:buSzPts val="1600"/>
              <a:defRPr sz="1600"/>
            </a:lvl1pPr>
            <a:lvl2pPr marL="914400" indent="-330200" algn="r">
              <a:lnSpc>
                <a:spcPct val="100000"/>
              </a:lnSpc>
              <a:buSzPts val="1600"/>
              <a:defRPr sz="1600"/>
            </a:lvl2pPr>
            <a:lvl3pPr marL="1371600" indent="-330200" algn="r">
              <a:lnSpc>
                <a:spcPct val="100000"/>
              </a:lnSpc>
              <a:buSzPts val="1600"/>
              <a:defRPr sz="1600"/>
            </a:lvl3pPr>
            <a:lvl4pPr marL="1828800" indent="-330200" algn="r">
              <a:lnSpc>
                <a:spcPct val="100000"/>
              </a:lnSpc>
              <a:buSzPts val="1600"/>
              <a:defRPr sz="1600"/>
            </a:lvl4pPr>
            <a:lvl5pPr marL="2286000" indent="-330200" algn="r">
              <a:lnSpc>
                <a:spcPct val="100000"/>
              </a:lnSpc>
              <a:buSzPts val="1600"/>
              <a:defRPr sz="1600"/>
            </a:lvl5pPr>
          </a:lstStyle>
          <a:p>
            <a:pPr/>
            <a:r>
              <a:t>Texte niveau 1</a:t>
            </a:r>
          </a:p>
          <a:p>
            <a:pPr lvl="1"/>
            <a:r>
              <a:t>Texte niveau 2</a:t>
            </a:r>
          </a:p>
          <a:p>
            <a:pPr lvl="2"/>
            <a:r>
              <a:t>Texte niveau 3</a:t>
            </a:r>
          </a:p>
          <a:p>
            <a:pPr lvl="3"/>
            <a:r>
              <a:t>Texte niveau 4</a:t>
            </a:r>
          </a:p>
          <a:p>
            <a:pPr lvl="4"/>
            <a:r>
              <a:t>Texte niveau 5</a:t>
            </a:r>
          </a:p>
        </p:txBody>
      </p:sp>
      <p:sp>
        <p:nvSpPr>
          <p:cNvPr id="286" name="Texte du titre"/>
          <p:cNvSpPr txBox="1"/>
          <p:nvPr>
            <p:ph type="title"/>
          </p:nvPr>
        </p:nvSpPr>
        <p:spPr>
          <a:xfrm>
            <a:off x="5438775" y="1168325"/>
            <a:ext cx="3124200" cy="669001"/>
          </a:xfrm>
          <a:prstGeom prst="rect">
            <a:avLst/>
          </a:prstGeom>
        </p:spPr>
        <p:txBody>
          <a:bodyPr>
            <a:normAutofit fontScale="100000" lnSpcReduction="0"/>
          </a:bodyPr>
          <a:lstStyle>
            <a:lvl1pPr algn="r">
              <a:defRPr sz="3000">
                <a:solidFill>
                  <a:schemeClr val="accent2"/>
                </a:solidFill>
              </a:defRPr>
            </a:lvl1pPr>
          </a:lstStyle>
          <a:p>
            <a:pPr/>
            <a:r>
              <a:t>Texte du titre</a:t>
            </a:r>
          </a:p>
        </p:txBody>
      </p:sp>
      <p:sp>
        <p:nvSpPr>
          <p:cNvPr id="287" name="Google Shape;221;p17"/>
          <p:cNvSpPr/>
          <p:nvPr/>
        </p:nvSpPr>
        <p:spPr>
          <a:xfrm>
            <a:off x="8318333" y="5018325"/>
            <a:ext cx="825620" cy="12517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88" name="Google Shape;222;p17"/>
          <p:cNvSpPr/>
          <p:nvPr/>
        </p:nvSpPr>
        <p:spPr>
          <a:xfrm>
            <a:off x="6473454" y="5018325"/>
            <a:ext cx="1685831" cy="125179"/>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89" name="Google Shape;223;p17"/>
          <p:cNvSpPr/>
          <p:nvPr/>
        </p:nvSpPr>
        <p:spPr>
          <a:xfrm>
            <a:off x="6031569" y="4810180"/>
            <a:ext cx="2520406" cy="12576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90" name="Google Shape;224;p17"/>
          <p:cNvSpPr/>
          <p:nvPr/>
        </p:nvSpPr>
        <p:spPr>
          <a:xfrm>
            <a:off x="5564797" y="4810180"/>
            <a:ext cx="285434" cy="12576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9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4_1">
    <p:spTree>
      <p:nvGrpSpPr>
        <p:cNvPr id="1" name=""/>
        <p:cNvGrpSpPr/>
        <p:nvPr/>
      </p:nvGrpSpPr>
      <p:grpSpPr>
        <a:xfrm>
          <a:off x="0" y="0"/>
          <a:ext cx="0" cy="0"/>
          <a:chOff x="0" y="0"/>
          <a:chExt cx="0" cy="0"/>
        </a:xfrm>
      </p:grpSpPr>
      <p:sp>
        <p:nvSpPr>
          <p:cNvPr id="298" name="Google Shape;226;p18"/>
          <p:cNvSpPr/>
          <p:nvPr/>
        </p:nvSpPr>
        <p:spPr>
          <a:xfrm flipH="1">
            <a:off x="111" y="2089949"/>
            <a:ext cx="1766474" cy="356724"/>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299" name="Google Shape;227;p18"/>
          <p:cNvSpPr/>
          <p:nvPr/>
        </p:nvSpPr>
        <p:spPr>
          <a:xfrm flipH="1">
            <a:off x="6715606" y="2089949"/>
            <a:ext cx="2070789" cy="356724"/>
          </a:xfrm>
          <a:prstGeom prst="rect">
            <a:avLst/>
          </a:prstGeom>
          <a:solidFill>
            <a:srgbClr val="FFFFFF">
              <a:alpha val="196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0" name="Google Shape;228;p18"/>
          <p:cNvSpPr/>
          <p:nvPr/>
        </p:nvSpPr>
        <p:spPr>
          <a:xfrm flipH="1">
            <a:off x="1229530" y="1500449"/>
            <a:ext cx="1104094" cy="356745"/>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1" name="Google Shape;229;p18"/>
          <p:cNvSpPr/>
          <p:nvPr/>
        </p:nvSpPr>
        <p:spPr>
          <a:xfrm flipH="1">
            <a:off x="240" y="2679428"/>
            <a:ext cx="2247457"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2" name="Google Shape;230;p18"/>
          <p:cNvSpPr/>
          <p:nvPr/>
        </p:nvSpPr>
        <p:spPr>
          <a:xfrm flipH="1">
            <a:off x="23" y="1500449"/>
            <a:ext cx="1037938" cy="356745"/>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3" name="Google Shape;231;p18"/>
          <p:cNvSpPr/>
          <p:nvPr/>
        </p:nvSpPr>
        <p:spPr>
          <a:xfrm flipH="1">
            <a:off x="1299983" y="3268903"/>
            <a:ext cx="1104068"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4" name="Google Shape;232;p18"/>
          <p:cNvSpPr/>
          <p:nvPr/>
        </p:nvSpPr>
        <p:spPr>
          <a:xfrm flipH="1">
            <a:off x="8105944" y="3268903"/>
            <a:ext cx="1037939" cy="35519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5" name="Google Shape;233;p18"/>
          <p:cNvSpPr/>
          <p:nvPr/>
        </p:nvSpPr>
        <p:spPr>
          <a:xfrm flipH="1">
            <a:off x="8039880" y="1500455"/>
            <a:ext cx="1103882" cy="356731"/>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6" name="Google Shape;234;p18"/>
          <p:cNvSpPr/>
          <p:nvPr/>
        </p:nvSpPr>
        <p:spPr>
          <a:xfrm flipH="1">
            <a:off x="5478250" y="1500455"/>
            <a:ext cx="2365681" cy="356731"/>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7" name="Google Shape;235;p18"/>
          <p:cNvSpPr/>
          <p:nvPr/>
        </p:nvSpPr>
        <p:spPr>
          <a:xfrm flipH="1">
            <a:off x="6896104" y="912525"/>
            <a:ext cx="2247618" cy="355173"/>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8" name="Google Shape;236;p18"/>
          <p:cNvSpPr/>
          <p:nvPr/>
        </p:nvSpPr>
        <p:spPr>
          <a:xfrm>
            <a:off x="2094075" y="1123150"/>
            <a:ext cx="4955557" cy="4020407"/>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09" name="Texte du titre"/>
          <p:cNvSpPr txBox="1"/>
          <p:nvPr>
            <p:ph type="title"/>
          </p:nvPr>
        </p:nvSpPr>
        <p:spPr>
          <a:xfrm>
            <a:off x="1278049" y="343200"/>
            <a:ext cx="6588002" cy="669001"/>
          </a:xfrm>
          <a:prstGeom prst="rect">
            <a:avLst/>
          </a:prstGeom>
        </p:spPr>
        <p:txBody>
          <a:bodyPr>
            <a:normAutofit fontScale="100000" lnSpcReduction="0"/>
          </a:bodyPr>
          <a:lstStyle>
            <a:lvl1pPr algn="ctr">
              <a:defRPr sz="3000">
                <a:solidFill>
                  <a:schemeClr val="accent2"/>
                </a:solidFill>
              </a:defRPr>
            </a:lvl1pPr>
          </a:lstStyle>
          <a:p>
            <a:pPr/>
            <a:r>
              <a:t>Texte du titre</a:t>
            </a:r>
          </a:p>
        </p:txBody>
      </p:sp>
      <p:sp>
        <p:nvSpPr>
          <p:cNvPr id="31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5">
    <p:spTree>
      <p:nvGrpSpPr>
        <p:cNvPr id="1" name=""/>
        <p:cNvGrpSpPr/>
        <p:nvPr/>
      </p:nvGrpSpPr>
      <p:grpSpPr>
        <a:xfrm>
          <a:off x="0" y="0"/>
          <a:ext cx="0" cy="0"/>
          <a:chOff x="0" y="0"/>
          <a:chExt cx="0" cy="0"/>
        </a:xfrm>
      </p:grpSpPr>
      <p:sp>
        <p:nvSpPr>
          <p:cNvPr id="317" name="Google Shape;239;p19"/>
          <p:cNvSpPr/>
          <p:nvPr/>
        </p:nvSpPr>
        <p:spPr>
          <a:xfrm>
            <a:off x="1817725" y="0"/>
            <a:ext cx="7326301" cy="390600"/>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18" name="Texte niveau 1…"/>
          <p:cNvSpPr txBox="1"/>
          <p:nvPr>
            <p:ph type="body" sz="quarter" idx="1"/>
          </p:nvPr>
        </p:nvSpPr>
        <p:spPr>
          <a:xfrm>
            <a:off x="4579525" y="2388199"/>
            <a:ext cx="3932700" cy="2130901"/>
          </a:xfrm>
          <a:prstGeom prst="rect">
            <a:avLst/>
          </a:prstGeom>
        </p:spPr>
        <p:txBody>
          <a:bodyPr>
            <a:normAutofit fontScale="100000" lnSpcReduction="0"/>
          </a:bodyPr>
          <a:lstStyle>
            <a:lvl1pPr indent="-330200" algn="r">
              <a:lnSpc>
                <a:spcPct val="100000"/>
              </a:lnSpc>
              <a:buSzPts val="1600"/>
              <a:defRPr sz="1600"/>
            </a:lvl1pPr>
            <a:lvl2pPr marL="961571" indent="-377371" algn="r">
              <a:lnSpc>
                <a:spcPct val="100000"/>
              </a:lnSpc>
              <a:buSzPts val="1600"/>
              <a:defRPr sz="1600"/>
            </a:lvl2pPr>
            <a:lvl3pPr marL="1417864" indent="-370114" algn="r">
              <a:lnSpc>
                <a:spcPct val="100000"/>
              </a:lnSpc>
              <a:buSzPts val="1600"/>
              <a:defRPr sz="1600"/>
            </a:lvl3pPr>
            <a:lvl4pPr marL="1875064" indent="-370114" algn="r">
              <a:lnSpc>
                <a:spcPct val="100000"/>
              </a:lnSpc>
              <a:buSzPts val="1600"/>
              <a:defRPr sz="1600"/>
            </a:lvl4pPr>
            <a:lvl5pPr marL="2331357" indent="-362857" algn="r">
              <a:lnSpc>
                <a:spcPct val="100000"/>
              </a:lnSpc>
              <a:buSzPts val="1600"/>
              <a:defRPr sz="1600"/>
            </a:lvl5pPr>
          </a:lstStyle>
          <a:p>
            <a:pPr/>
            <a:r>
              <a:t>Texte niveau 1</a:t>
            </a:r>
          </a:p>
          <a:p>
            <a:pPr lvl="1"/>
            <a:r>
              <a:t>Texte niveau 2</a:t>
            </a:r>
          </a:p>
          <a:p>
            <a:pPr lvl="2"/>
            <a:r>
              <a:t>Texte niveau 3</a:t>
            </a:r>
          </a:p>
          <a:p>
            <a:pPr lvl="3"/>
            <a:r>
              <a:t>Texte niveau 4</a:t>
            </a:r>
          </a:p>
          <a:p>
            <a:pPr lvl="4"/>
            <a:r>
              <a:t>Texte niveau 5</a:t>
            </a:r>
          </a:p>
        </p:txBody>
      </p:sp>
      <p:sp>
        <p:nvSpPr>
          <p:cNvPr id="319" name="Texte du titre"/>
          <p:cNvSpPr txBox="1"/>
          <p:nvPr>
            <p:ph type="title"/>
          </p:nvPr>
        </p:nvSpPr>
        <p:spPr>
          <a:xfrm>
            <a:off x="4579530" y="1714799"/>
            <a:ext cx="3963301" cy="669001"/>
          </a:xfrm>
          <a:prstGeom prst="rect">
            <a:avLst/>
          </a:prstGeom>
        </p:spPr>
        <p:txBody>
          <a:bodyPr>
            <a:normAutofit fontScale="100000" lnSpcReduction="0"/>
          </a:bodyPr>
          <a:lstStyle>
            <a:lvl1pPr algn="r">
              <a:defRPr sz="3000">
                <a:solidFill>
                  <a:schemeClr val="accent2"/>
                </a:solidFill>
              </a:defRPr>
            </a:lvl1pPr>
          </a:lstStyle>
          <a:p>
            <a:pPr/>
            <a:r>
              <a:t>Texte du titre</a:t>
            </a:r>
          </a:p>
        </p:txBody>
      </p:sp>
      <p:sp>
        <p:nvSpPr>
          <p:cNvPr id="320" name="Google Shape;242;p19"/>
          <p:cNvSpPr/>
          <p:nvPr/>
        </p:nvSpPr>
        <p:spPr>
          <a:xfrm>
            <a:off x="15" y="2156652"/>
            <a:ext cx="2107882" cy="12874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1" name="Google Shape;243;p19"/>
          <p:cNvSpPr/>
          <p:nvPr/>
        </p:nvSpPr>
        <p:spPr>
          <a:xfrm>
            <a:off x="2107985" y="2156652"/>
            <a:ext cx="1115524" cy="128749"/>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2" name="Google Shape;244;p19"/>
          <p:cNvSpPr/>
          <p:nvPr/>
        </p:nvSpPr>
        <p:spPr>
          <a:xfrm>
            <a:off x="430907" y="2369871"/>
            <a:ext cx="1645011" cy="128734"/>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3" name="Google Shape;245;p19"/>
          <p:cNvSpPr/>
          <p:nvPr/>
        </p:nvSpPr>
        <p:spPr>
          <a:xfrm>
            <a:off x="1597826" y="2369871"/>
            <a:ext cx="478142" cy="128734"/>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4" name="Google Shape;246;p19"/>
          <p:cNvSpPr/>
          <p:nvPr/>
        </p:nvSpPr>
        <p:spPr>
          <a:xfrm>
            <a:off x="2665769" y="2369871"/>
            <a:ext cx="557762" cy="12873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5" name="Google Shape;247;p19"/>
          <p:cNvSpPr/>
          <p:nvPr/>
        </p:nvSpPr>
        <p:spPr>
          <a:xfrm>
            <a:off x="15" y="3222728"/>
            <a:ext cx="1472720" cy="128377"/>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6" name="Google Shape;248;p19"/>
          <p:cNvSpPr/>
          <p:nvPr/>
        </p:nvSpPr>
        <p:spPr>
          <a:xfrm>
            <a:off x="2202117" y="2369871"/>
            <a:ext cx="128750" cy="12873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7" name="Google Shape;249;p19"/>
          <p:cNvSpPr/>
          <p:nvPr/>
        </p:nvSpPr>
        <p:spPr>
          <a:xfrm>
            <a:off x="2406787" y="2369871"/>
            <a:ext cx="128734" cy="128734"/>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8" name="Google Shape;250;p19"/>
          <p:cNvSpPr/>
          <p:nvPr/>
        </p:nvSpPr>
        <p:spPr>
          <a:xfrm>
            <a:off x="2061088" y="2796291"/>
            <a:ext cx="128750" cy="128750"/>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29" name="Google Shape;251;p19"/>
          <p:cNvSpPr/>
          <p:nvPr/>
        </p:nvSpPr>
        <p:spPr>
          <a:xfrm>
            <a:off x="1856435" y="2796291"/>
            <a:ext cx="128377" cy="12875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0" name="Google Shape;252;p19"/>
          <p:cNvSpPr/>
          <p:nvPr/>
        </p:nvSpPr>
        <p:spPr>
          <a:xfrm>
            <a:off x="641520" y="2796291"/>
            <a:ext cx="128734" cy="12875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1" name="Google Shape;253;p19"/>
          <p:cNvSpPr/>
          <p:nvPr/>
        </p:nvSpPr>
        <p:spPr>
          <a:xfrm>
            <a:off x="3094800" y="2583073"/>
            <a:ext cx="128750" cy="12875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2" name="Google Shape;254;p19"/>
          <p:cNvSpPr/>
          <p:nvPr/>
        </p:nvSpPr>
        <p:spPr>
          <a:xfrm>
            <a:off x="191649" y="2369871"/>
            <a:ext cx="128734" cy="12873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3" name="Google Shape;255;p19"/>
          <p:cNvSpPr/>
          <p:nvPr/>
        </p:nvSpPr>
        <p:spPr>
          <a:xfrm>
            <a:off x="1339588" y="3009138"/>
            <a:ext cx="1644638" cy="12875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4" name="Google Shape;256;p19"/>
          <p:cNvSpPr/>
          <p:nvPr/>
        </p:nvSpPr>
        <p:spPr>
          <a:xfrm>
            <a:off x="1339588" y="3009138"/>
            <a:ext cx="478126" cy="128750"/>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5" name="Google Shape;257;p19"/>
          <p:cNvSpPr/>
          <p:nvPr/>
        </p:nvSpPr>
        <p:spPr>
          <a:xfrm>
            <a:off x="15" y="3009509"/>
            <a:ext cx="749761" cy="128377"/>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6" name="Google Shape;258;p19"/>
          <p:cNvSpPr/>
          <p:nvPr/>
        </p:nvSpPr>
        <p:spPr>
          <a:xfrm>
            <a:off x="1084686" y="3009138"/>
            <a:ext cx="128750" cy="12875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7" name="Google Shape;259;p19"/>
          <p:cNvSpPr/>
          <p:nvPr/>
        </p:nvSpPr>
        <p:spPr>
          <a:xfrm>
            <a:off x="879662" y="3009138"/>
            <a:ext cx="128750" cy="12875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8" name="Google Shape;260;p19"/>
          <p:cNvSpPr/>
          <p:nvPr/>
        </p:nvSpPr>
        <p:spPr>
          <a:xfrm>
            <a:off x="533978" y="3435573"/>
            <a:ext cx="128750" cy="12873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39" name="Google Shape;261;p19"/>
          <p:cNvSpPr/>
          <p:nvPr/>
        </p:nvSpPr>
        <p:spPr>
          <a:xfrm>
            <a:off x="338621" y="3435573"/>
            <a:ext cx="128750" cy="128734"/>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0" name="Google Shape;262;p19"/>
          <p:cNvSpPr/>
          <p:nvPr/>
        </p:nvSpPr>
        <p:spPr>
          <a:xfrm>
            <a:off x="142890" y="3435573"/>
            <a:ext cx="128750" cy="128734"/>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1" name="Google Shape;263;p19"/>
          <p:cNvSpPr/>
          <p:nvPr/>
        </p:nvSpPr>
        <p:spPr>
          <a:xfrm>
            <a:off x="3094800" y="3009138"/>
            <a:ext cx="128750" cy="128750"/>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2" name="Google Shape;264;p19"/>
          <p:cNvSpPr/>
          <p:nvPr/>
        </p:nvSpPr>
        <p:spPr>
          <a:xfrm>
            <a:off x="1676347" y="2583073"/>
            <a:ext cx="1314954" cy="128750"/>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3" name="Google Shape;265;p19"/>
          <p:cNvSpPr/>
          <p:nvPr/>
        </p:nvSpPr>
        <p:spPr>
          <a:xfrm>
            <a:off x="2267247" y="2796291"/>
            <a:ext cx="956266" cy="128750"/>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4" name="Google Shape;266;p19"/>
          <p:cNvSpPr/>
          <p:nvPr/>
        </p:nvSpPr>
        <p:spPr>
          <a:xfrm>
            <a:off x="641520" y="2796291"/>
            <a:ext cx="896354" cy="128750"/>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5" name="Google Shape;267;p19"/>
          <p:cNvSpPr/>
          <p:nvPr/>
        </p:nvSpPr>
        <p:spPr>
          <a:xfrm>
            <a:off x="15" y="2796291"/>
            <a:ext cx="449481" cy="12875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6" name="Google Shape;268;p19"/>
          <p:cNvSpPr/>
          <p:nvPr/>
        </p:nvSpPr>
        <p:spPr>
          <a:xfrm>
            <a:off x="1676347" y="3222355"/>
            <a:ext cx="1547142" cy="12874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7" name="Google Shape;269;p19"/>
          <p:cNvSpPr/>
          <p:nvPr/>
        </p:nvSpPr>
        <p:spPr>
          <a:xfrm>
            <a:off x="2522505" y="3435573"/>
            <a:ext cx="701020" cy="12873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8" name="Google Shape;270;p19"/>
          <p:cNvSpPr/>
          <p:nvPr/>
        </p:nvSpPr>
        <p:spPr>
          <a:xfrm>
            <a:off x="15" y="2583073"/>
            <a:ext cx="1277743" cy="128750"/>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49" name="Google Shape;271;p19"/>
          <p:cNvSpPr/>
          <p:nvPr/>
        </p:nvSpPr>
        <p:spPr>
          <a:xfrm>
            <a:off x="812313" y="3435573"/>
            <a:ext cx="1562768" cy="12873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50" name="Google Shape;272;p19"/>
          <p:cNvSpPr/>
          <p:nvPr/>
        </p:nvSpPr>
        <p:spPr>
          <a:xfrm>
            <a:off x="3223553" y="1474215"/>
            <a:ext cx="1086505" cy="27724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670"/>
                </a:lnTo>
                <a:lnTo>
                  <a:pt x="2293" y="2670"/>
                </a:lnTo>
                <a:cubicBezTo>
                  <a:pt x="6828" y="2737"/>
                  <a:pt x="9099" y="3696"/>
                  <a:pt x="9099" y="5543"/>
                </a:cubicBezTo>
                <a:lnTo>
                  <a:pt x="9099" y="7285"/>
                </a:lnTo>
                <a:cubicBezTo>
                  <a:pt x="9099" y="9236"/>
                  <a:pt x="10822" y="10390"/>
                  <a:pt x="14269" y="10749"/>
                </a:cubicBezTo>
                <a:lnTo>
                  <a:pt x="14269" y="10851"/>
                </a:lnTo>
                <a:cubicBezTo>
                  <a:pt x="10822" y="11210"/>
                  <a:pt x="9099" y="12364"/>
                  <a:pt x="9099" y="14315"/>
                </a:cubicBezTo>
                <a:lnTo>
                  <a:pt x="9099" y="16060"/>
                </a:lnTo>
                <a:cubicBezTo>
                  <a:pt x="9099" y="17942"/>
                  <a:pt x="6828" y="18907"/>
                  <a:pt x="2293" y="18959"/>
                </a:cubicBezTo>
                <a:lnTo>
                  <a:pt x="0" y="18959"/>
                </a:lnTo>
                <a:lnTo>
                  <a:pt x="0" y="21600"/>
                </a:lnTo>
                <a:lnTo>
                  <a:pt x="2293" y="21600"/>
                </a:lnTo>
                <a:cubicBezTo>
                  <a:pt x="6746" y="21565"/>
                  <a:pt x="10260" y="21040"/>
                  <a:pt x="12834" y="20023"/>
                </a:cubicBezTo>
                <a:cubicBezTo>
                  <a:pt x="15408" y="19005"/>
                  <a:pt x="16696" y="17539"/>
                  <a:pt x="16696" y="15622"/>
                </a:cubicBezTo>
                <a:lnTo>
                  <a:pt x="16696" y="14008"/>
                </a:lnTo>
                <a:cubicBezTo>
                  <a:pt x="16696" y="13425"/>
                  <a:pt x="16977" y="12964"/>
                  <a:pt x="17546" y="12622"/>
                </a:cubicBezTo>
                <a:cubicBezTo>
                  <a:pt x="18108" y="12280"/>
                  <a:pt x="18900" y="12109"/>
                  <a:pt x="19898" y="12109"/>
                </a:cubicBezTo>
                <a:lnTo>
                  <a:pt x="21600" y="12109"/>
                </a:lnTo>
                <a:lnTo>
                  <a:pt x="21600" y="9468"/>
                </a:lnTo>
                <a:lnTo>
                  <a:pt x="19898" y="9468"/>
                </a:lnTo>
                <a:cubicBezTo>
                  <a:pt x="18900" y="9468"/>
                  <a:pt x="18108" y="9297"/>
                  <a:pt x="17546" y="8955"/>
                </a:cubicBezTo>
                <a:cubicBezTo>
                  <a:pt x="16977" y="8613"/>
                  <a:pt x="16696" y="8149"/>
                  <a:pt x="16696" y="7569"/>
                </a:cubicBezTo>
                <a:lnTo>
                  <a:pt x="16696" y="6004"/>
                </a:lnTo>
                <a:cubicBezTo>
                  <a:pt x="16696" y="4070"/>
                  <a:pt x="15416" y="2600"/>
                  <a:pt x="12864" y="1591"/>
                </a:cubicBezTo>
                <a:cubicBezTo>
                  <a:pt x="10312" y="583"/>
                  <a:pt x="6791" y="52"/>
                  <a:pt x="2293" y="0"/>
                </a:cubicBezTo>
                <a:close/>
              </a:path>
            </a:pathLst>
          </a:cu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51" name="Google Shape;273;p19"/>
          <p:cNvSpPr/>
          <p:nvPr/>
        </p:nvSpPr>
        <p:spPr>
          <a:xfrm>
            <a:off x="-12" y="4446899"/>
            <a:ext cx="1086600" cy="696601"/>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52"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8">
    <p:spTree>
      <p:nvGrpSpPr>
        <p:cNvPr id="1" name=""/>
        <p:cNvGrpSpPr/>
        <p:nvPr/>
      </p:nvGrpSpPr>
      <p:grpSpPr>
        <a:xfrm>
          <a:off x="0" y="0"/>
          <a:ext cx="0" cy="0"/>
          <a:chOff x="0" y="0"/>
          <a:chExt cx="0" cy="0"/>
        </a:xfrm>
      </p:grpSpPr>
      <p:sp>
        <p:nvSpPr>
          <p:cNvPr id="359" name="Google Shape;275;p20"/>
          <p:cNvSpPr/>
          <p:nvPr/>
        </p:nvSpPr>
        <p:spPr>
          <a:xfrm>
            <a:off x="5445882" y="1359975"/>
            <a:ext cx="3697217" cy="1208545"/>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60" name="Google Shape;276;p20"/>
          <p:cNvSpPr/>
          <p:nvPr/>
        </p:nvSpPr>
        <p:spPr>
          <a:xfrm>
            <a:off x="-900" y="2568524"/>
            <a:ext cx="3697218" cy="1208546"/>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61" name="Google Shape;277;p20"/>
          <p:cNvSpPr/>
          <p:nvPr/>
        </p:nvSpPr>
        <p:spPr>
          <a:xfrm>
            <a:off x="-906" y="-3217"/>
            <a:ext cx="3697218" cy="356992"/>
          </a:xfrm>
          <a:prstGeom prst="rect">
            <a:avLst/>
          </a:prstGeom>
          <a:solidFill>
            <a:srgbClr val="FFFFFF">
              <a:alpha val="1882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62" name="Google Shape;278;p20"/>
          <p:cNvSpPr/>
          <p:nvPr/>
        </p:nvSpPr>
        <p:spPr>
          <a:xfrm>
            <a:off x="-905" y="3584655"/>
            <a:ext cx="417184" cy="384801"/>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63" name="Google Shape;279;p20"/>
          <p:cNvSpPr/>
          <p:nvPr/>
        </p:nvSpPr>
        <p:spPr>
          <a:xfrm>
            <a:off x="8017623" y="1161102"/>
            <a:ext cx="1125473" cy="384833"/>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64" name="Texte niveau 1…"/>
          <p:cNvSpPr txBox="1"/>
          <p:nvPr>
            <p:ph type="body" sz="quarter" idx="1"/>
          </p:nvPr>
        </p:nvSpPr>
        <p:spPr>
          <a:xfrm>
            <a:off x="5626675" y="1941426"/>
            <a:ext cx="2391601" cy="466201"/>
          </a:xfrm>
          <a:prstGeom prst="rect">
            <a:avLst/>
          </a:prstGeom>
        </p:spPr>
        <p:txBody>
          <a:bodyPr lIns="0" tIns="0" rIns="0" bIns="0">
            <a:normAutofit fontScale="100000" lnSpcReduction="0"/>
          </a:bodyPr>
          <a:lstStyle>
            <a:lvl1pPr marL="342900" indent="-228600">
              <a:lnSpc>
                <a:spcPct val="100000"/>
              </a:lnSpc>
              <a:buClrTx/>
              <a:buSzTx/>
              <a:buFontTx/>
              <a:buNone/>
              <a:defRPr sz="1400">
                <a:solidFill>
                  <a:schemeClr val="accent1"/>
                </a:solidFill>
              </a:defRPr>
            </a:lvl1pPr>
            <a:lvl2pPr marL="342900" indent="254000">
              <a:lnSpc>
                <a:spcPct val="100000"/>
              </a:lnSpc>
              <a:buClrTx/>
              <a:buSzTx/>
              <a:buFontTx/>
              <a:buNone/>
              <a:defRPr sz="1400">
                <a:solidFill>
                  <a:schemeClr val="accent1"/>
                </a:solidFill>
              </a:defRPr>
            </a:lvl2pPr>
            <a:lvl3pPr marL="342900" indent="711200">
              <a:lnSpc>
                <a:spcPct val="100000"/>
              </a:lnSpc>
              <a:buClrTx/>
              <a:buSzTx/>
              <a:buFontTx/>
              <a:buNone/>
              <a:defRPr sz="1400">
                <a:solidFill>
                  <a:schemeClr val="accent1"/>
                </a:solidFill>
              </a:defRPr>
            </a:lvl3pPr>
            <a:lvl4pPr marL="342900" indent="1168400">
              <a:lnSpc>
                <a:spcPct val="100000"/>
              </a:lnSpc>
              <a:buClrTx/>
              <a:buSzTx/>
              <a:buFontTx/>
              <a:buNone/>
              <a:defRPr sz="1400">
                <a:solidFill>
                  <a:schemeClr val="accent1"/>
                </a:solidFill>
              </a:defRPr>
            </a:lvl4pPr>
            <a:lvl5pPr marL="342900" indent="1625600">
              <a:lnSpc>
                <a:spcPct val="100000"/>
              </a:lnSpc>
              <a:buClrTx/>
              <a:buSzTx/>
              <a:buFontTx/>
              <a:buNone/>
              <a:defRPr sz="1400">
                <a:solidFill>
                  <a:schemeClr val="accent1"/>
                </a:solidFill>
              </a:defRPr>
            </a:lvl5pPr>
          </a:lstStyle>
          <a:p>
            <a:pPr/>
            <a:r>
              <a:t>Texte niveau 1</a:t>
            </a:r>
          </a:p>
          <a:p>
            <a:pPr lvl="1"/>
            <a:r>
              <a:t>Texte niveau 2</a:t>
            </a:r>
          </a:p>
          <a:p>
            <a:pPr lvl="2"/>
            <a:r>
              <a:t>Texte niveau 3</a:t>
            </a:r>
          </a:p>
          <a:p>
            <a:pPr lvl="3"/>
            <a:r>
              <a:t>Texte niveau 4</a:t>
            </a:r>
          </a:p>
          <a:p>
            <a:pPr lvl="4"/>
            <a:r>
              <a:t>Texte niveau 5</a:t>
            </a:r>
          </a:p>
        </p:txBody>
      </p:sp>
      <p:sp>
        <p:nvSpPr>
          <p:cNvPr id="365" name="Texte du titre"/>
          <p:cNvSpPr txBox="1"/>
          <p:nvPr>
            <p:ph type="title"/>
          </p:nvPr>
        </p:nvSpPr>
        <p:spPr>
          <a:xfrm>
            <a:off x="1125100" y="2794024"/>
            <a:ext cx="2395801" cy="263402"/>
          </a:xfrm>
          <a:prstGeom prst="rect">
            <a:avLst/>
          </a:prstGeom>
        </p:spPr>
        <p:txBody>
          <a:bodyPr lIns="0" tIns="0" rIns="0" bIns="0" anchor="ctr">
            <a:normAutofit fontScale="100000" lnSpcReduction="0"/>
          </a:bodyPr>
          <a:lstStyle>
            <a:lvl1pPr algn="r">
              <a:defRPr sz="2200"/>
            </a:lvl1pPr>
          </a:lstStyle>
          <a:p>
            <a:pPr/>
            <a:r>
              <a:t>Texte du titre</a:t>
            </a:r>
          </a:p>
        </p:txBody>
      </p:sp>
      <p:sp>
        <p:nvSpPr>
          <p:cNvPr id="366"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0">
    <p:spTree>
      <p:nvGrpSpPr>
        <p:cNvPr id="1" name=""/>
        <p:cNvGrpSpPr/>
        <p:nvPr/>
      </p:nvGrpSpPr>
      <p:grpSpPr>
        <a:xfrm>
          <a:off x="0" y="0"/>
          <a:ext cx="0" cy="0"/>
          <a:chOff x="0" y="0"/>
          <a:chExt cx="0" cy="0"/>
        </a:xfrm>
      </p:grpSpPr>
      <p:sp>
        <p:nvSpPr>
          <p:cNvPr id="373" name="Texte niveau 1…"/>
          <p:cNvSpPr txBox="1"/>
          <p:nvPr>
            <p:ph type="body" idx="1"/>
          </p:nvPr>
        </p:nvSpPr>
        <p:spPr>
          <a:xfrm>
            <a:off x="719999" y="1132374"/>
            <a:ext cx="7704002" cy="3294002"/>
          </a:xfrm>
          <a:prstGeom prst="rect">
            <a:avLst/>
          </a:prstGeom>
        </p:spPr>
        <p:txBody>
          <a:bodyPr>
            <a:normAutofit fontScale="100000" lnSpcReduction="0"/>
          </a:bodyPr>
          <a:lstStyle>
            <a:lvl1pPr>
              <a:lnSpc>
                <a:spcPct val="100000"/>
              </a:lnSpc>
              <a:buSzPts val="1200"/>
              <a:buFontTx/>
              <a:buAutoNum type="arabicPeriod" startAt="1"/>
              <a:defRPr sz="1200"/>
            </a:lvl1pPr>
            <a:lvl2pPr marL="914400" indent="-317500">
              <a:lnSpc>
                <a:spcPct val="100000"/>
              </a:lnSpc>
              <a:buSzPts val="1200"/>
              <a:buFontTx/>
              <a:buAutoNum type="alphaLcPeriod" startAt="1"/>
              <a:defRPr sz="1200"/>
            </a:lvl2pPr>
            <a:lvl3pPr marL="1371600" indent="-317500">
              <a:lnSpc>
                <a:spcPct val="100000"/>
              </a:lnSpc>
              <a:buSzPts val="1200"/>
              <a:buFontTx/>
              <a:buAutoNum type="romanLcPeriod" startAt="1"/>
              <a:defRPr sz="1200"/>
            </a:lvl3pPr>
            <a:lvl4pPr marL="1828800" indent="-317500">
              <a:lnSpc>
                <a:spcPct val="100000"/>
              </a:lnSpc>
              <a:buSzPts val="1200"/>
              <a:buFontTx/>
              <a:buAutoNum type="arabicPeriod" startAt="1"/>
              <a:defRPr sz="1200"/>
            </a:lvl4pPr>
            <a:lvl5pPr marL="2286000" indent="-317500">
              <a:lnSpc>
                <a:spcPct val="100000"/>
              </a:lnSpc>
              <a:buSzPts val="1200"/>
              <a:buFontTx/>
              <a:buAutoNum type="alphaLcPeriod" startAt="1"/>
              <a:defRPr sz="1200"/>
            </a:lvl5pPr>
          </a:lstStyle>
          <a:p>
            <a:pPr/>
            <a:r>
              <a:t>Texte niveau 1</a:t>
            </a:r>
          </a:p>
          <a:p>
            <a:pPr lvl="1"/>
            <a:r>
              <a:t>Texte niveau 2</a:t>
            </a:r>
          </a:p>
          <a:p>
            <a:pPr lvl="2"/>
            <a:r>
              <a:t>Texte niveau 3</a:t>
            </a:r>
          </a:p>
          <a:p>
            <a:pPr lvl="3"/>
            <a:r>
              <a:t>Texte niveau 4</a:t>
            </a:r>
          </a:p>
          <a:p>
            <a:pPr lvl="4"/>
            <a:r>
              <a:t>Texte niveau 5</a:t>
            </a:r>
          </a:p>
        </p:txBody>
      </p:sp>
      <p:sp>
        <p:nvSpPr>
          <p:cNvPr id="374" name="Texte du titre"/>
          <p:cNvSpPr txBox="1"/>
          <p:nvPr>
            <p:ph type="title"/>
          </p:nvPr>
        </p:nvSpPr>
        <p:spPr>
          <a:xfrm>
            <a:off x="1278049" y="343200"/>
            <a:ext cx="6588002" cy="669001"/>
          </a:xfrm>
          <a:prstGeom prst="rect">
            <a:avLst/>
          </a:prstGeom>
        </p:spPr>
        <p:txBody>
          <a:bodyPr>
            <a:normAutofit fontScale="100000" lnSpcReduction="0"/>
          </a:bodyPr>
          <a:lstStyle>
            <a:lvl1pPr algn="ctr">
              <a:defRPr sz="3000">
                <a:solidFill>
                  <a:schemeClr val="accent2"/>
                </a:solidFill>
              </a:defRPr>
            </a:lvl1pPr>
          </a:lstStyle>
          <a:p>
            <a:pPr/>
            <a:r>
              <a:t>Texte du titre</a:t>
            </a:r>
          </a:p>
        </p:txBody>
      </p:sp>
      <p:sp>
        <p:nvSpPr>
          <p:cNvPr id="37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1">
    <p:spTree>
      <p:nvGrpSpPr>
        <p:cNvPr id="1" name=""/>
        <p:cNvGrpSpPr/>
        <p:nvPr/>
      </p:nvGrpSpPr>
      <p:grpSpPr>
        <a:xfrm>
          <a:off x="0" y="0"/>
          <a:ext cx="0" cy="0"/>
          <a:chOff x="0" y="0"/>
          <a:chExt cx="0" cy="0"/>
        </a:xfrm>
      </p:grpSpPr>
      <p:sp>
        <p:nvSpPr>
          <p:cNvPr id="382" name="Texte niveau 1…"/>
          <p:cNvSpPr txBox="1"/>
          <p:nvPr>
            <p:ph type="body" sz="quarter" idx="1"/>
          </p:nvPr>
        </p:nvSpPr>
        <p:spPr>
          <a:xfrm>
            <a:off x="6416723" y="2283124"/>
            <a:ext cx="1895701" cy="664201"/>
          </a:xfrm>
          <a:prstGeom prst="rect">
            <a:avLst/>
          </a:prstGeom>
        </p:spPr>
        <p:txBody>
          <a:bodyPr>
            <a:normAutofit fontScale="100000" lnSpcReduction="0"/>
          </a:bodyPr>
          <a:lstStyle>
            <a:lvl1pPr marL="0" indent="114300">
              <a:lnSpc>
                <a:spcPct val="100000"/>
              </a:lnSpc>
              <a:buClrTx/>
              <a:buSzTx/>
              <a:buFontTx/>
              <a:buNone/>
              <a:defRPr sz="1600"/>
            </a:lvl1pPr>
            <a:lvl2pPr marL="0" indent="596900">
              <a:lnSpc>
                <a:spcPct val="100000"/>
              </a:lnSpc>
              <a:buClrTx/>
              <a:buSzTx/>
              <a:buFontTx/>
              <a:buNone/>
              <a:defRPr sz="1600"/>
            </a:lvl2pPr>
            <a:lvl3pPr marL="0" indent="1054100">
              <a:lnSpc>
                <a:spcPct val="100000"/>
              </a:lnSpc>
              <a:buClrTx/>
              <a:buSzTx/>
              <a:buFontTx/>
              <a:buNone/>
              <a:defRPr sz="1600"/>
            </a:lvl3pPr>
            <a:lvl4pPr marL="0" indent="1511300">
              <a:lnSpc>
                <a:spcPct val="100000"/>
              </a:lnSpc>
              <a:buClrTx/>
              <a:buSzTx/>
              <a:buFontTx/>
              <a:buNone/>
              <a:defRPr sz="1600"/>
            </a:lvl4pPr>
            <a:lvl5pPr marL="0" indent="1968500">
              <a:lnSpc>
                <a:spcPct val="100000"/>
              </a:lnSpc>
              <a:buClrTx/>
              <a:buSzTx/>
              <a:buFontTx/>
              <a:buNone/>
              <a:defRPr sz="1600"/>
            </a:lvl5pPr>
          </a:lstStyle>
          <a:p>
            <a:pPr/>
            <a:r>
              <a:t>Texte niveau 1</a:t>
            </a:r>
          </a:p>
          <a:p>
            <a:pPr lvl="1"/>
            <a:r>
              <a:t>Texte niveau 2</a:t>
            </a:r>
          </a:p>
          <a:p>
            <a:pPr lvl="2"/>
            <a:r>
              <a:t>Texte niveau 3</a:t>
            </a:r>
          </a:p>
          <a:p>
            <a:pPr lvl="3"/>
            <a:r>
              <a:t>Texte niveau 4</a:t>
            </a:r>
          </a:p>
          <a:p>
            <a:pPr lvl="4"/>
            <a:r>
              <a:t>Texte niveau 5</a:t>
            </a:r>
          </a:p>
        </p:txBody>
      </p:sp>
      <p:sp>
        <p:nvSpPr>
          <p:cNvPr id="383" name="Texte du titre"/>
          <p:cNvSpPr txBox="1"/>
          <p:nvPr>
            <p:ph type="title"/>
          </p:nvPr>
        </p:nvSpPr>
        <p:spPr>
          <a:xfrm>
            <a:off x="6385848" y="1753324"/>
            <a:ext cx="1957502" cy="529801"/>
          </a:xfrm>
          <a:prstGeom prst="rect">
            <a:avLst/>
          </a:prstGeom>
          <a:solidFill>
            <a:schemeClr val="accent2"/>
          </a:solidFill>
        </p:spPr>
        <p:txBody>
          <a:bodyPr anchor="b">
            <a:normAutofit fontScale="100000" lnSpcReduction="0"/>
          </a:bodyPr>
          <a:lstStyle>
            <a:lvl1pPr algn="ctr">
              <a:defRPr sz="2200">
                <a:solidFill>
                  <a:schemeClr val="accent1"/>
                </a:solidFill>
              </a:defRPr>
            </a:lvl1pPr>
          </a:lstStyle>
          <a:p>
            <a:pPr/>
            <a:r>
              <a:t>Texte du titre</a:t>
            </a:r>
          </a:p>
        </p:txBody>
      </p:sp>
      <p:sp>
        <p:nvSpPr>
          <p:cNvPr id="384" name="Google Shape;301;p22"/>
          <p:cNvSpPr/>
          <p:nvPr/>
        </p:nvSpPr>
        <p:spPr>
          <a:xfrm flipH="1">
            <a:off x="-41" y="1952320"/>
            <a:ext cx="7790204" cy="131809"/>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85" name="Google Shape;302;p22"/>
          <p:cNvSpPr/>
          <p:nvPr/>
        </p:nvSpPr>
        <p:spPr>
          <a:xfrm flipH="1">
            <a:off x="933395" y="3495631"/>
            <a:ext cx="8210589" cy="131788"/>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86"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2">
    <p:spTree>
      <p:nvGrpSpPr>
        <p:cNvPr id="1" name=""/>
        <p:cNvGrpSpPr/>
        <p:nvPr/>
      </p:nvGrpSpPr>
      <p:grpSpPr>
        <a:xfrm>
          <a:off x="0" y="0"/>
          <a:ext cx="0" cy="0"/>
          <a:chOff x="0" y="0"/>
          <a:chExt cx="0" cy="0"/>
        </a:xfrm>
      </p:grpSpPr>
      <p:sp>
        <p:nvSpPr>
          <p:cNvPr id="393" name="Texte du titre"/>
          <p:cNvSpPr txBox="1"/>
          <p:nvPr>
            <p:ph type="title"/>
          </p:nvPr>
        </p:nvSpPr>
        <p:spPr>
          <a:xfrm>
            <a:off x="1278049" y="343200"/>
            <a:ext cx="6588002" cy="669001"/>
          </a:xfrm>
          <a:prstGeom prst="rect">
            <a:avLst/>
          </a:prstGeom>
        </p:spPr>
        <p:txBody>
          <a:bodyPr>
            <a:normAutofit fontScale="100000" lnSpcReduction="0"/>
          </a:bodyPr>
          <a:lstStyle>
            <a:lvl1pPr algn="ctr">
              <a:defRPr sz="3000">
                <a:solidFill>
                  <a:schemeClr val="accent2"/>
                </a:solidFill>
              </a:defRPr>
            </a:lvl1pPr>
          </a:lstStyle>
          <a:p>
            <a:pPr/>
            <a:r>
              <a:t>Texte du titre</a:t>
            </a:r>
          </a:p>
        </p:txBody>
      </p:sp>
      <p:sp>
        <p:nvSpPr>
          <p:cNvPr id="394" name="Google Shape;307;p23"/>
          <p:cNvSpPr/>
          <p:nvPr/>
        </p:nvSpPr>
        <p:spPr>
          <a:xfrm flipH="1">
            <a:off x="70" y="128"/>
            <a:ext cx="1371533" cy="356724"/>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95" name="Google Shape;308;p23"/>
          <p:cNvSpPr/>
          <p:nvPr/>
        </p:nvSpPr>
        <p:spPr>
          <a:xfrm>
            <a:off x="8355575" y="4357822"/>
            <a:ext cx="788386" cy="785322"/>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96" name="Google Shape;309;p23"/>
          <p:cNvSpPr/>
          <p:nvPr/>
        </p:nvSpPr>
        <p:spPr>
          <a:xfrm flipH="1">
            <a:off x="7353373" y="4786420"/>
            <a:ext cx="1371534" cy="3567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397"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5">
    <p:spTree>
      <p:nvGrpSpPr>
        <p:cNvPr id="1" name=""/>
        <p:cNvGrpSpPr/>
        <p:nvPr/>
      </p:nvGrpSpPr>
      <p:grpSpPr>
        <a:xfrm>
          <a:off x="0" y="0"/>
          <a:ext cx="0" cy="0"/>
          <a:chOff x="0" y="0"/>
          <a:chExt cx="0" cy="0"/>
        </a:xfrm>
      </p:grpSpPr>
      <p:sp>
        <p:nvSpPr>
          <p:cNvPr id="404" name="Texte niveau 1…"/>
          <p:cNvSpPr txBox="1"/>
          <p:nvPr>
            <p:ph type="body" sz="quarter" idx="1"/>
          </p:nvPr>
        </p:nvSpPr>
        <p:spPr>
          <a:xfrm>
            <a:off x="3423599" y="1473000"/>
            <a:ext cx="2296501" cy="457201"/>
          </a:xfrm>
          <a:prstGeom prst="rect">
            <a:avLst/>
          </a:prstGeom>
        </p:spPr>
        <p:txBody>
          <a:bodyPr lIns="0" tIns="0" rIns="0" bIns="0">
            <a:normAutofit fontScale="100000" lnSpcReduction="0"/>
          </a:bodyPr>
          <a:lstStyle>
            <a:lvl1pPr marL="0" indent="114300">
              <a:lnSpc>
                <a:spcPct val="100000"/>
              </a:lnSpc>
              <a:buClrTx/>
              <a:buSzTx/>
              <a:buFontTx/>
              <a:buNone/>
              <a:defRPr sz="1600"/>
            </a:lvl1pPr>
            <a:lvl2pPr marL="0" indent="596900">
              <a:lnSpc>
                <a:spcPct val="100000"/>
              </a:lnSpc>
              <a:buClrTx/>
              <a:buSzTx/>
              <a:buFontTx/>
              <a:buNone/>
              <a:defRPr sz="1600"/>
            </a:lvl2pPr>
            <a:lvl3pPr marL="0" indent="1054100">
              <a:lnSpc>
                <a:spcPct val="100000"/>
              </a:lnSpc>
              <a:buClrTx/>
              <a:buSzTx/>
              <a:buFontTx/>
              <a:buNone/>
              <a:defRPr sz="1600"/>
            </a:lvl3pPr>
            <a:lvl4pPr marL="0" indent="1511300">
              <a:lnSpc>
                <a:spcPct val="100000"/>
              </a:lnSpc>
              <a:buClrTx/>
              <a:buSzTx/>
              <a:buFontTx/>
              <a:buNone/>
              <a:defRPr sz="1600"/>
            </a:lvl4pPr>
            <a:lvl5pPr marL="0" indent="1968500">
              <a:lnSpc>
                <a:spcPct val="100000"/>
              </a:lnSpc>
              <a:buClrTx/>
              <a:buSzTx/>
              <a:buFontTx/>
              <a:buNone/>
              <a:defRPr sz="1600"/>
            </a:lvl5pPr>
          </a:lstStyle>
          <a:p>
            <a:pPr/>
            <a:r>
              <a:t>Texte niveau 1</a:t>
            </a:r>
          </a:p>
          <a:p>
            <a:pPr lvl="1"/>
            <a:r>
              <a:t>Texte niveau 2</a:t>
            </a:r>
          </a:p>
          <a:p>
            <a:pPr lvl="2"/>
            <a:r>
              <a:t>Texte niveau 3</a:t>
            </a:r>
          </a:p>
          <a:p>
            <a:pPr lvl="3"/>
            <a:r>
              <a:t>Texte niveau 4</a:t>
            </a:r>
          </a:p>
          <a:p>
            <a:pPr lvl="4"/>
            <a:r>
              <a:t>Texte niveau 5</a:t>
            </a:r>
          </a:p>
        </p:txBody>
      </p:sp>
      <p:sp>
        <p:nvSpPr>
          <p:cNvPr id="405" name="xx%"/>
          <p:cNvSpPr txBox="1"/>
          <p:nvPr>
            <p:ph type="title" hasCustomPrompt="1"/>
          </p:nvPr>
        </p:nvSpPr>
        <p:spPr>
          <a:xfrm>
            <a:off x="3423749" y="934700"/>
            <a:ext cx="2296501" cy="457201"/>
          </a:xfrm>
          <a:prstGeom prst="rect">
            <a:avLst/>
          </a:prstGeom>
          <a:solidFill>
            <a:schemeClr val="accent2"/>
          </a:solidFill>
        </p:spPr>
        <p:txBody>
          <a:bodyPr anchor="ctr">
            <a:normAutofit fontScale="100000" lnSpcReduction="0"/>
          </a:bodyPr>
          <a:lstStyle>
            <a:lvl1pPr algn="ctr">
              <a:defRPr sz="2200">
                <a:solidFill>
                  <a:schemeClr val="accent1"/>
                </a:solidFill>
              </a:defRPr>
            </a:lvl1pPr>
          </a:lstStyle>
          <a:p>
            <a:pPr/>
            <a:r>
              <a:t>xx%</a:t>
            </a:r>
          </a:p>
        </p:txBody>
      </p:sp>
      <p:sp>
        <p:nvSpPr>
          <p:cNvPr id="406" name="Google Shape;317;p24"/>
          <p:cNvSpPr/>
          <p:nvPr/>
        </p:nvSpPr>
        <p:spPr>
          <a:xfrm>
            <a:off x="7377315" y="2089949"/>
            <a:ext cx="1766474" cy="356724"/>
          </a:xfrm>
          <a:prstGeom prst="rect">
            <a:avLst/>
          </a:prstGeom>
          <a:solidFill>
            <a:srgbClr val="FFFFFF">
              <a:alpha val="12548"/>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07" name="Google Shape;318;p24"/>
          <p:cNvSpPr/>
          <p:nvPr/>
        </p:nvSpPr>
        <p:spPr>
          <a:xfrm>
            <a:off x="357506" y="2089949"/>
            <a:ext cx="2070789" cy="356724"/>
          </a:xfrm>
          <a:prstGeom prst="rect">
            <a:avLst/>
          </a:prstGeom>
          <a:solidFill>
            <a:srgbClr val="FFFFFF">
              <a:alpha val="196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08" name="Google Shape;319;p24"/>
          <p:cNvSpPr/>
          <p:nvPr/>
        </p:nvSpPr>
        <p:spPr>
          <a:xfrm>
            <a:off x="6810278" y="1500449"/>
            <a:ext cx="1104093" cy="356745"/>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09" name="Google Shape;320;p24"/>
          <p:cNvSpPr/>
          <p:nvPr/>
        </p:nvSpPr>
        <p:spPr>
          <a:xfrm>
            <a:off x="6896203" y="2679428"/>
            <a:ext cx="2247457"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10" name="Google Shape;321;p24"/>
          <p:cNvSpPr/>
          <p:nvPr/>
        </p:nvSpPr>
        <p:spPr>
          <a:xfrm>
            <a:off x="8105939" y="1500449"/>
            <a:ext cx="1037938" cy="356745"/>
          </a:xfrm>
          <a:prstGeom prst="rect">
            <a:avLst/>
          </a:prstGeom>
          <a:solidFill>
            <a:srgbClr val="FFFFFF">
              <a:alpha val="564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11" name="Google Shape;322;p24"/>
          <p:cNvSpPr/>
          <p:nvPr/>
        </p:nvSpPr>
        <p:spPr>
          <a:xfrm>
            <a:off x="6739849" y="3268903"/>
            <a:ext cx="1104069" cy="355194"/>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12" name="Google Shape;323;p24"/>
          <p:cNvSpPr/>
          <p:nvPr/>
        </p:nvSpPr>
        <p:spPr>
          <a:xfrm>
            <a:off x="17" y="3268903"/>
            <a:ext cx="1037939" cy="355194"/>
          </a:xfrm>
          <a:prstGeom prst="rect">
            <a:avLst/>
          </a:prstGeom>
          <a:solidFill>
            <a:srgbClr val="FFFFFF">
              <a:alpha val="50199"/>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13" name="Google Shape;324;p24"/>
          <p:cNvSpPr/>
          <p:nvPr/>
        </p:nvSpPr>
        <p:spPr>
          <a:xfrm>
            <a:off x="138" y="1500455"/>
            <a:ext cx="1103882" cy="356731"/>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14" name="Google Shape;325;p24"/>
          <p:cNvSpPr/>
          <p:nvPr/>
        </p:nvSpPr>
        <p:spPr>
          <a:xfrm>
            <a:off x="1299971" y="1500449"/>
            <a:ext cx="490623" cy="356745"/>
          </a:xfrm>
          <a:prstGeom prst="rect">
            <a:avLst/>
          </a:prstGeom>
          <a:solidFill>
            <a:srgbClr val="FFFFFF">
              <a:alpha val="62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1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0E2A47"/>
        </a:solidFill>
      </p:bgPr>
    </p:bg>
    <p:spTree>
      <p:nvGrpSpPr>
        <p:cNvPr id="1" name=""/>
        <p:cNvGrpSpPr/>
        <p:nvPr/>
      </p:nvGrpSpPr>
      <p:grpSpPr>
        <a:xfrm>
          <a:off x="0" y="0"/>
          <a:ext cx="0" cy="0"/>
          <a:chOff x="0" y="0"/>
          <a:chExt cx="0" cy="0"/>
        </a:xfrm>
      </p:grpSpPr>
      <p:sp>
        <p:nvSpPr>
          <p:cNvPr id="422"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chemeClr val="accent1"/>
        </a:solidFill>
      </p:bgPr>
    </p:bg>
    <p:spTree>
      <p:nvGrpSpPr>
        <p:cNvPr id="1" name=""/>
        <p:cNvGrpSpPr/>
        <p:nvPr/>
      </p:nvGrpSpPr>
      <p:grpSpPr>
        <a:xfrm>
          <a:off x="0" y="0"/>
          <a:ext cx="0" cy="0"/>
          <a:chOff x="0" y="0"/>
          <a:chExt cx="0" cy="0"/>
        </a:xfrm>
      </p:grpSpPr>
      <p:sp>
        <p:nvSpPr>
          <p:cNvPr id="2" name="Texte du titre"/>
          <p:cNvSpPr txBox="1"/>
          <p:nvPr>
            <p:ph type="title"/>
          </p:nvPr>
        </p:nvSpPr>
        <p:spPr>
          <a:xfrm>
            <a:off x="457200" y="205978"/>
            <a:ext cx="8229600" cy="99417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Texte du titre</a:t>
            </a:r>
          </a:p>
        </p:txBody>
      </p:sp>
      <p:sp>
        <p:nvSpPr>
          <p:cNvPr id="3" name="Texte niveau 1…"/>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solidFill>
                  <a:srgbClr val="000000"/>
                </a:solidFill>
                <a:latin typeface="+mn-lt"/>
                <a:ea typeface="+mn-ea"/>
                <a:cs typeface="+mn-cs"/>
                <a:sym typeface="Arial"/>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FFFFFF"/>
          </a:solidFill>
          <a:uFillTx/>
          <a:latin typeface="Overpass Mono"/>
          <a:ea typeface="Overpass Mono"/>
          <a:cs typeface="Overpass Mono"/>
          <a:sym typeface="Overpass Mono"/>
        </a:defRPr>
      </a:lvl9pPr>
    </p:titleStyle>
    <p:bodyStyle>
      <a:lvl1pPr marL="457200" marR="0" indent="-342900"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1pPr>
      <a:lvl2pPr marL="1005114" marR="0" indent="-408214"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2pPr>
      <a:lvl3pPr marL="1462314" marR="0" indent="-408214"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3pPr>
      <a:lvl4pPr marL="1919514" marR="0" indent="-408214"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4pPr>
      <a:lvl5pPr marL="2376714" marR="0" indent="-408214"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5pPr>
      <a:lvl6pPr marL="2833914" marR="0" indent="-408214"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6pPr>
      <a:lvl7pPr marL="3291114" marR="0" indent="-408214"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7pPr>
      <a:lvl8pPr marL="3748314" marR="0" indent="-408214"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8pPr>
      <a:lvl9pPr marL="4205514" marR="0" indent="-408214" algn="l" defTabSz="914400" rtl="0" latinLnBrk="0">
        <a:lnSpc>
          <a:spcPct val="115000"/>
        </a:lnSpc>
        <a:spcBef>
          <a:spcPts val="0"/>
        </a:spcBef>
        <a:spcAft>
          <a:spcPts val="0"/>
        </a:spcAft>
        <a:buClr>
          <a:srgbClr val="FFFFFF"/>
        </a:buClr>
        <a:buSzPts val="1800"/>
        <a:buFont typeface="Helvetica"/>
        <a:buChar char="■"/>
        <a:tabLst/>
        <a:defRPr b="0" baseline="0" cap="none" i="0" spc="0" strike="noStrike" sz="1800" u="none">
          <a:solidFill>
            <a:srgbClr val="FFFFFF"/>
          </a:solidFill>
          <a:uFillTx/>
          <a:latin typeface="Anaheim"/>
          <a:ea typeface="Anaheim"/>
          <a:cs typeface="Anaheim"/>
          <a:sym typeface="Anaheim"/>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1" name="Google Shape;334;p27"/>
          <p:cNvSpPr txBox="1"/>
          <p:nvPr>
            <p:ph type="ctrTitle"/>
          </p:nvPr>
        </p:nvSpPr>
        <p:spPr>
          <a:xfrm>
            <a:off x="718574" y="1369044"/>
            <a:ext cx="8520602" cy="1910402"/>
          </a:xfrm>
          <a:prstGeom prst="rect">
            <a:avLst/>
          </a:prstGeom>
        </p:spPr>
        <p:txBody>
          <a:bodyPr/>
          <a:lstStyle>
            <a:lvl1pPr>
              <a:defRPr sz="6800"/>
            </a:lvl1pPr>
          </a:lstStyle>
          <a:p>
            <a:pPr/>
            <a:r>
              <a:t>fork(), vfork() &amp; clone()</a:t>
            </a:r>
          </a:p>
        </p:txBody>
      </p:sp>
      <p:sp>
        <p:nvSpPr>
          <p:cNvPr id="432" name="Google Shape;335;p27"/>
          <p:cNvSpPr txBox="1"/>
          <p:nvPr>
            <p:ph type="subTitle" sz="quarter" idx="1"/>
          </p:nvPr>
        </p:nvSpPr>
        <p:spPr>
          <a:xfrm>
            <a:off x="769049" y="3396100"/>
            <a:ext cx="8520602" cy="792601"/>
          </a:xfrm>
          <a:prstGeom prst="rect">
            <a:avLst/>
          </a:prstGeom>
        </p:spPr>
        <p:txBody>
          <a:bodyPr/>
          <a:lstStyle>
            <a:lvl1pPr marL="0" indent="0">
              <a:defRPr>
                <a:solidFill>
                  <a:schemeClr val="accent2"/>
                </a:solidFill>
              </a:defRPr>
            </a:lvl1pPr>
          </a:lstStyle>
          <a:p>
            <a:pPr/>
            <a:r>
              <a:t>Création de processus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 name="Google Shape;347;p29"/>
          <p:cNvSpPr txBox="1"/>
          <p:nvPr>
            <p:ph type="title"/>
          </p:nvPr>
        </p:nvSpPr>
        <p:spPr>
          <a:xfrm>
            <a:off x="1277999" y="342000"/>
            <a:ext cx="6588002" cy="669001"/>
          </a:xfrm>
          <a:prstGeom prst="rect">
            <a:avLst/>
          </a:prstGeom>
        </p:spPr>
        <p:txBody>
          <a:bodyPr lIns="91424" tIns="91424" rIns="91424" bIns="91424" anchor="t"/>
          <a:lstStyle>
            <a:lvl1pPr algn="ctr">
              <a:defRPr sz="3000">
                <a:solidFill>
                  <a:schemeClr val="accent2"/>
                </a:solidFill>
              </a:defRPr>
            </a:lvl1pPr>
          </a:lstStyle>
          <a:p>
            <a:pPr/>
            <a:r>
              <a:t>TABLE OF CONTENTS</a:t>
            </a:r>
          </a:p>
        </p:txBody>
      </p:sp>
      <p:sp>
        <p:nvSpPr>
          <p:cNvPr id="435" name="Google Shape;348;p29"/>
          <p:cNvSpPr txBox="1"/>
          <p:nvPr/>
        </p:nvSpPr>
        <p:spPr>
          <a:xfrm>
            <a:off x="2281225" y="1848349"/>
            <a:ext cx="1981051" cy="240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420623">
              <a:defRPr b="1" sz="1610">
                <a:latin typeface="Overpass Mono"/>
                <a:ea typeface="Overpass Mono"/>
                <a:cs typeface="Overpass Mono"/>
                <a:sym typeface="Overpass Mono"/>
              </a:defRPr>
            </a:lvl1pPr>
          </a:lstStyle>
          <a:p>
            <a:pPr/>
            <a:r>
              <a:t>01</a:t>
            </a:r>
          </a:p>
        </p:txBody>
      </p:sp>
      <p:sp>
        <p:nvSpPr>
          <p:cNvPr id="436" name="Google Shape;349;p29"/>
          <p:cNvSpPr txBox="1"/>
          <p:nvPr>
            <p:ph type="body" sz="quarter" idx="1"/>
          </p:nvPr>
        </p:nvSpPr>
        <p:spPr>
          <a:xfrm>
            <a:off x="2189801" y="2162324"/>
            <a:ext cx="2163901" cy="426600"/>
          </a:xfrm>
          <a:prstGeom prst="rect">
            <a:avLst/>
          </a:prstGeom>
        </p:spPr>
        <p:txBody>
          <a:bodyPr/>
          <a:lstStyle>
            <a:lvl1pPr marL="0" indent="0"/>
          </a:lstStyle>
          <a:p>
            <a:pPr/>
            <a:r>
              <a:t>fork()</a:t>
            </a:r>
          </a:p>
        </p:txBody>
      </p:sp>
      <p:sp>
        <p:nvSpPr>
          <p:cNvPr id="437" name="Google Shape;350;p29"/>
          <p:cNvSpPr txBox="1"/>
          <p:nvPr/>
        </p:nvSpPr>
        <p:spPr>
          <a:xfrm>
            <a:off x="4903099" y="1848400"/>
            <a:ext cx="1981052" cy="240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defTabSz="420623">
              <a:defRPr b="1" sz="1610">
                <a:latin typeface="Overpass Mono"/>
                <a:ea typeface="Overpass Mono"/>
                <a:cs typeface="Overpass Mono"/>
                <a:sym typeface="Overpass Mono"/>
              </a:defRPr>
            </a:lvl1pPr>
          </a:lstStyle>
          <a:p>
            <a:pPr/>
            <a:r>
              <a:t>03</a:t>
            </a:r>
          </a:p>
        </p:txBody>
      </p:sp>
      <p:sp>
        <p:nvSpPr>
          <p:cNvPr id="438" name="Google Shape;351;p29"/>
          <p:cNvSpPr txBox="1"/>
          <p:nvPr/>
        </p:nvSpPr>
        <p:spPr>
          <a:xfrm>
            <a:off x="4903099" y="2163530"/>
            <a:ext cx="1981052" cy="4266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defRPr b="1" sz="2200">
                <a:latin typeface="Overpass Mono"/>
                <a:ea typeface="Overpass Mono"/>
                <a:cs typeface="Overpass Mono"/>
                <a:sym typeface="Overpass Mono"/>
              </a:defRPr>
            </a:lvl1pPr>
          </a:lstStyle>
          <a:p>
            <a:pPr/>
            <a:r>
              <a:t>clone()</a:t>
            </a:r>
          </a:p>
        </p:txBody>
      </p:sp>
      <p:sp>
        <p:nvSpPr>
          <p:cNvPr id="439" name="Google Shape;352;p29"/>
          <p:cNvSpPr txBox="1"/>
          <p:nvPr/>
        </p:nvSpPr>
        <p:spPr>
          <a:xfrm>
            <a:off x="2281225" y="3258286"/>
            <a:ext cx="1981051" cy="240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420623">
              <a:defRPr b="1" sz="1610">
                <a:latin typeface="Overpass Mono"/>
                <a:ea typeface="Overpass Mono"/>
                <a:cs typeface="Overpass Mono"/>
                <a:sym typeface="Overpass Mono"/>
              </a:defRPr>
            </a:lvl1pPr>
          </a:lstStyle>
          <a:p>
            <a:pPr/>
            <a:r>
              <a:t>02</a:t>
            </a:r>
          </a:p>
        </p:txBody>
      </p:sp>
      <p:sp>
        <p:nvSpPr>
          <p:cNvPr id="440" name="Google Shape;353;p29"/>
          <p:cNvSpPr txBox="1"/>
          <p:nvPr/>
        </p:nvSpPr>
        <p:spPr>
          <a:xfrm>
            <a:off x="2281226" y="3572262"/>
            <a:ext cx="1981051" cy="4266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defRPr b="1" sz="2200">
                <a:latin typeface="Overpass Mono"/>
                <a:ea typeface="Overpass Mono"/>
                <a:cs typeface="Overpass Mono"/>
                <a:sym typeface="Overpass Mono"/>
              </a:defRPr>
            </a:lvl1pPr>
          </a:lstStyle>
          <a:p>
            <a:pPr/>
            <a:r>
              <a:t>vfork()</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Google Shape;374;p32"/>
          <p:cNvSpPr txBox="1"/>
          <p:nvPr>
            <p:ph type="title"/>
          </p:nvPr>
        </p:nvSpPr>
        <p:spPr>
          <a:xfrm>
            <a:off x="454800" y="2714625"/>
            <a:ext cx="8425200" cy="447900"/>
          </a:xfrm>
          <a:prstGeom prst="rect">
            <a:avLst/>
          </a:prstGeom>
        </p:spPr>
        <p:txBody>
          <a:bodyPr/>
          <a:lstStyle>
            <a:lvl1pPr defTabSz="740663">
              <a:defRPr sz="2916"/>
            </a:lvl1pPr>
          </a:lstStyle>
          <a:p>
            <a:pPr/>
            <a:r>
              <a:t>INTRODUCTION</a:t>
            </a:r>
          </a:p>
        </p:txBody>
      </p:sp>
      <p:sp>
        <p:nvSpPr>
          <p:cNvPr id="443" name="Google Shape;375;p32"/>
          <p:cNvSpPr txBox="1"/>
          <p:nvPr/>
        </p:nvSpPr>
        <p:spPr>
          <a:xfrm>
            <a:off x="546225" y="2150849"/>
            <a:ext cx="8242350" cy="48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ctr" defTabSz="365760">
              <a:defRPr b="1" sz="3200">
                <a:solidFill>
                  <a:schemeClr val="accent2"/>
                </a:solidFill>
                <a:latin typeface="Overpass Mono"/>
                <a:ea typeface="Overpass Mono"/>
                <a:cs typeface="Overpass Mono"/>
                <a:sym typeface="Overpass Mono"/>
              </a:defRPr>
            </a:lvl1pPr>
          </a:lstStyle>
          <a:p>
            <a:pPr/>
            <a:r>
              <a:t>01</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45" name="Google Shape;360;p30" descr="Google Shape;360;p30"/>
          <p:cNvPicPr>
            <a:picLocks noChangeAspect="1"/>
          </p:cNvPicPr>
          <p:nvPr/>
        </p:nvPicPr>
        <p:blipFill>
          <a:blip r:embed="rId2">
            <a:extLst/>
          </a:blip>
          <a:srcRect l="24495" t="18187" r="9353" b="4812"/>
          <a:stretch>
            <a:fillRect/>
          </a:stretch>
        </p:blipFill>
        <p:spPr>
          <a:xfrm>
            <a:off x="6424612" y="90900"/>
            <a:ext cx="2465390" cy="1814275"/>
          </a:xfrm>
          <a:prstGeom prst="rect">
            <a:avLst/>
          </a:prstGeom>
          <a:ln w="12700">
            <a:miter lim="400000"/>
          </a:ln>
        </p:spPr>
      </p:pic>
      <p:sp>
        <p:nvSpPr>
          <p:cNvPr id="446" name="Google Shape;361;p30"/>
          <p:cNvSpPr txBox="1"/>
          <p:nvPr>
            <p:ph type="body" sz="half" idx="1"/>
          </p:nvPr>
        </p:nvSpPr>
        <p:spPr>
          <a:xfrm>
            <a:off x="609498" y="1973024"/>
            <a:ext cx="6915254" cy="2130901"/>
          </a:xfrm>
          <a:prstGeom prst="rect">
            <a:avLst/>
          </a:prstGeom>
        </p:spPr>
        <p:txBody>
          <a:bodyPr/>
          <a:lstStyle/>
          <a:p>
            <a:pPr marL="0" indent="97789" defTabSz="704087">
              <a:buSzTx/>
              <a:buNone/>
              <a:defRPr sz="1386"/>
            </a:pPr>
            <a:r>
              <a:t>fork(), vfork() et clone() permettent de créer des process s’exécutant sur un OS.</a:t>
            </a:r>
          </a:p>
          <a:p>
            <a:pPr marL="0" indent="97789" defTabSz="704087">
              <a:buSzTx/>
              <a:buNone/>
              <a:defRPr sz="1386"/>
            </a:pPr>
          </a:p>
          <a:p>
            <a:pPr marL="0" indent="97789" defTabSz="704087">
              <a:buSzTx/>
              <a:buNone/>
              <a:defRPr sz="1386"/>
            </a:pPr>
            <a:r>
              <a:t>Au  démarrage d’un système UNIX (norme POSIX (Portable Operating System Interface et le X exprime l’héritage UNIX)), un seul processus existe. UNIX est une famille de normes techniques définie depuis 1988 par l’Institute of Electri cal and Electronics Engineers (IEEE), et formellement désignée par IEEE 1003. Ces normes ont émergé d’un projet de standardisation des interfaces de programmation des logiciels destinés à fonctionner sur les variantes du système d’exploitation UNIX).</a:t>
            </a:r>
          </a:p>
          <a:p>
            <a:pPr marL="0" indent="97789" defTabSz="704087">
              <a:buSzTx/>
              <a:buNone/>
              <a:defRPr sz="1386"/>
            </a:pPr>
            <a:r>
              <a:t>Il porte le PID 1 et est souvent nommé ’init’. </a:t>
            </a:r>
          </a:p>
        </p:txBody>
      </p:sp>
      <p:sp>
        <p:nvSpPr>
          <p:cNvPr id="447" name="Google Shape;362;p30"/>
          <p:cNvSpPr txBox="1"/>
          <p:nvPr>
            <p:ph type="title"/>
          </p:nvPr>
        </p:nvSpPr>
        <p:spPr>
          <a:xfrm>
            <a:off x="560824" y="1168325"/>
            <a:ext cx="3561302" cy="669001"/>
          </a:xfrm>
          <a:prstGeom prst="rect">
            <a:avLst/>
          </a:prstGeom>
        </p:spPr>
        <p:txBody>
          <a:bodyPr/>
          <a:lstStyle/>
          <a:p>
            <a:pPr/>
            <a:r>
              <a:t>INTRODUCTION</a:t>
            </a:r>
          </a:p>
        </p:txBody>
      </p:sp>
      <p:sp>
        <p:nvSpPr>
          <p:cNvPr id="448"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0" name="Google Shape;386;p34"/>
          <p:cNvSpPr txBox="1"/>
          <p:nvPr>
            <p:ph type="title"/>
          </p:nvPr>
        </p:nvSpPr>
        <p:spPr>
          <a:xfrm>
            <a:off x="1278049" y="343200"/>
            <a:ext cx="6588002" cy="669001"/>
          </a:xfrm>
          <a:prstGeom prst="rect">
            <a:avLst/>
          </a:prstGeom>
        </p:spPr>
        <p:txBody>
          <a:bodyPr lIns="91424" tIns="91424" rIns="91424" bIns="91424" anchor="t"/>
          <a:lstStyle>
            <a:lvl1pPr algn="ctr">
              <a:defRPr sz="3000">
                <a:solidFill>
                  <a:schemeClr val="accent2"/>
                </a:solidFill>
              </a:defRPr>
            </a:lvl1pPr>
          </a:lstStyle>
          <a:p>
            <a:pPr/>
            <a:r>
              <a:t>fork()</a:t>
            </a:r>
          </a:p>
        </p:txBody>
      </p:sp>
      <p:sp>
        <p:nvSpPr>
          <p:cNvPr id="451" name="Google Shape;387;p34"/>
          <p:cNvSpPr/>
          <p:nvPr/>
        </p:nvSpPr>
        <p:spPr>
          <a:xfrm flipH="1">
            <a:off x="7903723" y="1829924"/>
            <a:ext cx="407859" cy="1796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52" name="Google Shape;388;p34"/>
          <p:cNvSpPr/>
          <p:nvPr/>
        </p:nvSpPr>
        <p:spPr>
          <a:xfrm flipH="1">
            <a:off x="1187625" y="3498426"/>
            <a:ext cx="218363" cy="1795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53" name="Google Shape;389;p34"/>
          <p:cNvSpPr/>
          <p:nvPr/>
        </p:nvSpPr>
        <p:spPr>
          <a:xfrm flipH="1">
            <a:off x="1082120" y="2126826"/>
            <a:ext cx="323907"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54" name="Google Shape;390;p34"/>
          <p:cNvSpPr/>
          <p:nvPr/>
        </p:nvSpPr>
        <p:spPr>
          <a:xfrm>
            <a:off x="7737379" y="3498426"/>
            <a:ext cx="407812" cy="1795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55" name="Google Shape;391;p34"/>
          <p:cNvSpPr/>
          <p:nvPr/>
        </p:nvSpPr>
        <p:spPr>
          <a:xfrm flipH="1">
            <a:off x="7734274" y="2126826"/>
            <a:ext cx="218405"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56" name="Google Shape;392;p34"/>
          <p:cNvSpPr/>
          <p:nvPr/>
        </p:nvSpPr>
        <p:spPr>
          <a:xfrm flipH="1">
            <a:off x="637061" y="2424551"/>
            <a:ext cx="471451" cy="17877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57" name="Google Shape;393;p34"/>
          <p:cNvSpPr/>
          <p:nvPr/>
        </p:nvSpPr>
        <p:spPr>
          <a:xfrm flipH="1" rot="16200000">
            <a:off x="1333499" y="1829924"/>
            <a:ext cx="773402" cy="773401"/>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58" name="Google Shape;394;p34"/>
          <p:cNvSpPr txBox="1"/>
          <p:nvPr/>
        </p:nvSpPr>
        <p:spPr>
          <a:xfrm>
            <a:off x="2357433" y="1775349"/>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defRPr b="1" sz="2200">
                <a:latin typeface="Overpass Mono"/>
                <a:ea typeface="Overpass Mono"/>
                <a:cs typeface="Overpass Mono"/>
                <a:sym typeface="Overpass Mono"/>
              </a:defRPr>
            </a:lvl1pPr>
          </a:lstStyle>
          <a:p>
            <a:pPr/>
            <a:r>
              <a:t>Qu’est-ce</a:t>
            </a:r>
          </a:p>
        </p:txBody>
      </p:sp>
      <p:sp>
        <p:nvSpPr>
          <p:cNvPr id="459" name="Google Shape;395;p34"/>
          <p:cNvSpPr txBox="1"/>
          <p:nvPr/>
        </p:nvSpPr>
        <p:spPr>
          <a:xfrm>
            <a:off x="4805612" y="1775427"/>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latin typeface="Overpass Mono"/>
                <a:ea typeface="Overpass Mono"/>
                <a:cs typeface="Overpass Mono"/>
                <a:sym typeface="Overpass Mono"/>
              </a:defRPr>
            </a:lvl1pPr>
          </a:lstStyle>
          <a:p>
            <a:pPr/>
            <a:r>
              <a:t>Historique</a:t>
            </a:r>
          </a:p>
        </p:txBody>
      </p:sp>
      <p:sp>
        <p:nvSpPr>
          <p:cNvPr id="460" name="Google Shape;396;p34"/>
          <p:cNvSpPr txBox="1"/>
          <p:nvPr>
            <p:ph type="body" sz="quarter" idx="1"/>
          </p:nvPr>
        </p:nvSpPr>
        <p:spPr>
          <a:xfrm>
            <a:off x="4714175" y="2208198"/>
            <a:ext cx="2163901" cy="413100"/>
          </a:xfrm>
          <a:prstGeom prst="rect">
            <a:avLst/>
          </a:prstGeom>
        </p:spPr>
        <p:txBody>
          <a:bodyPr/>
          <a:lstStyle/>
          <a:p>
            <a:pPr marL="0" indent="0" defTabSz="886968">
              <a:defRPr sz="1358"/>
            </a:pPr>
            <a:r>
              <a:t>1969 -&gt; années 1990</a:t>
            </a:r>
          </a:p>
          <a:p>
            <a:pPr marL="0" indent="0" defTabSz="886968">
              <a:defRPr sz="1358"/>
            </a:pPr>
            <a:r>
              <a:t>-&gt; POSIX en 1988</a:t>
            </a:r>
          </a:p>
        </p:txBody>
      </p:sp>
      <p:sp>
        <p:nvSpPr>
          <p:cNvPr id="461" name="Google Shape;397;p34"/>
          <p:cNvSpPr txBox="1"/>
          <p:nvPr/>
        </p:nvSpPr>
        <p:spPr>
          <a:xfrm>
            <a:off x="2357426" y="3155675"/>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850391">
              <a:defRPr b="1" sz="2046">
                <a:latin typeface="Overpass Mono"/>
                <a:ea typeface="Overpass Mono"/>
                <a:cs typeface="Overpass Mono"/>
                <a:sym typeface="Overpass Mono"/>
              </a:defRPr>
            </a:lvl1pPr>
          </a:lstStyle>
          <a:p>
            <a:pPr/>
            <a:r>
              <a:t>Valeur de retour</a:t>
            </a:r>
          </a:p>
        </p:txBody>
      </p:sp>
      <p:sp>
        <p:nvSpPr>
          <p:cNvPr id="462" name="Google Shape;398;p34"/>
          <p:cNvSpPr txBox="1"/>
          <p:nvPr/>
        </p:nvSpPr>
        <p:spPr>
          <a:xfrm>
            <a:off x="2357425" y="3585924"/>
            <a:ext cx="1981051" cy="32167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defTabSz="612648">
              <a:defRPr sz="1072">
                <a:latin typeface="Anaheim"/>
                <a:ea typeface="Anaheim"/>
                <a:cs typeface="Anaheim"/>
                <a:sym typeface="Anaheim"/>
              </a:defRPr>
            </a:pPr>
            <a:r>
              <a:t>pid_t</a:t>
            </a:r>
          </a:p>
          <a:p>
            <a:pPr defTabSz="612648">
              <a:defRPr sz="1072">
                <a:latin typeface="Anaheim"/>
                <a:ea typeface="Anaheim"/>
                <a:cs typeface="Anaheim"/>
                <a:sym typeface="Anaheim"/>
              </a:defRPr>
            </a:pPr>
            <a:r>
              <a:t>-1, 0 ou PID du fils</a:t>
            </a:r>
          </a:p>
        </p:txBody>
      </p:sp>
      <p:sp>
        <p:nvSpPr>
          <p:cNvPr id="463" name="Google Shape;399;p34"/>
          <p:cNvSpPr txBox="1"/>
          <p:nvPr/>
        </p:nvSpPr>
        <p:spPr>
          <a:xfrm>
            <a:off x="4805624" y="3155754"/>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latin typeface="Overpass Mono"/>
                <a:ea typeface="Overpass Mono"/>
                <a:cs typeface="Overpass Mono"/>
                <a:sym typeface="Overpass Mono"/>
              </a:defRPr>
            </a:lvl1pPr>
          </a:lstStyle>
          <a:p>
            <a:pPr/>
            <a:r>
              <a:t>Particularités</a:t>
            </a:r>
          </a:p>
        </p:txBody>
      </p:sp>
      <p:sp>
        <p:nvSpPr>
          <p:cNvPr id="464" name="Google Shape;400;p34"/>
          <p:cNvSpPr txBox="1"/>
          <p:nvPr/>
        </p:nvSpPr>
        <p:spPr>
          <a:xfrm>
            <a:off x="4805600" y="3585924"/>
            <a:ext cx="1981051" cy="32167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defTabSz="612648">
              <a:defRPr sz="1072">
                <a:latin typeface="Anaheim"/>
                <a:ea typeface="Anaheim"/>
                <a:cs typeface="Anaheim"/>
                <a:sym typeface="Anaheim"/>
              </a:defRPr>
            </a:lvl1pPr>
          </a:lstStyle>
          <a:p>
            <a:pPr/>
            <a:r>
              <a:t>Fils = copie exacte sauf pour quelques points</a:t>
            </a:r>
          </a:p>
        </p:txBody>
      </p:sp>
      <p:sp>
        <p:nvSpPr>
          <p:cNvPr id="465" name="Google Shape;401;p34"/>
          <p:cNvSpPr/>
          <p:nvPr/>
        </p:nvSpPr>
        <p:spPr>
          <a:xfrm>
            <a:off x="7019924" y="1829924"/>
            <a:ext cx="773402" cy="773401"/>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66" name="Google Shape;402;p34"/>
          <p:cNvSpPr/>
          <p:nvPr/>
        </p:nvSpPr>
        <p:spPr>
          <a:xfrm flipH="1" rot="10800000">
            <a:off x="1333499" y="3201524"/>
            <a:ext cx="773402" cy="773401"/>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67" name="Google Shape;403;p34"/>
          <p:cNvSpPr/>
          <p:nvPr/>
        </p:nvSpPr>
        <p:spPr>
          <a:xfrm>
            <a:off x="7935195" y="3200674"/>
            <a:ext cx="471464" cy="179699"/>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68" name="Google Shape;404;p34"/>
          <p:cNvSpPr/>
          <p:nvPr/>
        </p:nvSpPr>
        <p:spPr>
          <a:xfrm>
            <a:off x="8250834" y="3498425"/>
            <a:ext cx="377598"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69" name="Google Shape;405;p34"/>
          <p:cNvSpPr/>
          <p:nvPr/>
        </p:nvSpPr>
        <p:spPr>
          <a:xfrm>
            <a:off x="7949949" y="3796151"/>
            <a:ext cx="300884" cy="17877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0" name="Google Shape;406;p34"/>
          <p:cNvSpPr/>
          <p:nvPr/>
        </p:nvSpPr>
        <p:spPr>
          <a:xfrm rot="5400000">
            <a:off x="7019924" y="3201524"/>
            <a:ext cx="773401" cy="773401"/>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1" name="Google Shape;407;p34"/>
          <p:cNvSpPr/>
          <p:nvPr/>
        </p:nvSpPr>
        <p:spPr>
          <a:xfrm flipH="1">
            <a:off x="728558" y="3201524"/>
            <a:ext cx="488820" cy="17969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2" name="Google Shape;408;p34"/>
          <p:cNvSpPr/>
          <p:nvPr/>
        </p:nvSpPr>
        <p:spPr>
          <a:xfrm flipH="1">
            <a:off x="514320" y="3498426"/>
            <a:ext cx="570155"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3" name="Google Shape;409;p34"/>
          <p:cNvSpPr/>
          <p:nvPr/>
        </p:nvSpPr>
        <p:spPr>
          <a:xfrm flipH="1">
            <a:off x="877356" y="3796151"/>
            <a:ext cx="323868" cy="178773"/>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4" name="Google Shape;410;p34"/>
          <p:cNvSpPr/>
          <p:nvPr/>
        </p:nvSpPr>
        <p:spPr>
          <a:xfrm flipH="1">
            <a:off x="514392" y="1829924"/>
            <a:ext cx="702978" cy="1796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5" name="Google Shape;411;p34"/>
          <p:cNvSpPr/>
          <p:nvPr/>
        </p:nvSpPr>
        <p:spPr>
          <a:xfrm flipH="1">
            <a:off x="783207" y="2127251"/>
            <a:ext cx="178813" cy="179599"/>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6" name="Google Shape;412;p34"/>
          <p:cNvSpPr/>
          <p:nvPr/>
        </p:nvSpPr>
        <p:spPr>
          <a:xfrm flipH="1">
            <a:off x="8071052" y="2126826"/>
            <a:ext cx="570067" cy="17959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7" name="Google Shape;413;p34"/>
          <p:cNvSpPr/>
          <p:nvPr/>
        </p:nvSpPr>
        <p:spPr>
          <a:xfrm flipH="1">
            <a:off x="7930660" y="2424551"/>
            <a:ext cx="471451" cy="17877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478" name="Google Shape;414;p34"/>
          <p:cNvSpPr txBox="1"/>
          <p:nvPr/>
        </p:nvSpPr>
        <p:spPr>
          <a:xfrm>
            <a:off x="2357433" y="2208196"/>
            <a:ext cx="1981051" cy="32167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612648">
              <a:defRPr sz="1072">
                <a:latin typeface="Anaheim"/>
                <a:ea typeface="Anaheim"/>
                <a:cs typeface="Anaheim"/>
                <a:sym typeface="Anaheim"/>
              </a:defRPr>
            </a:lvl1pPr>
          </a:lstStyle>
          <a:p>
            <a:pPr/>
            <a:r>
              <a:t>Création avec copie du processus parent</a:t>
            </a:r>
          </a:p>
        </p:txBody>
      </p:sp>
      <p:sp>
        <p:nvSpPr>
          <p:cNvPr id="479" name="Google Shape;415;p34"/>
          <p:cNvSpPr/>
          <p:nvPr/>
        </p:nvSpPr>
        <p:spPr>
          <a:xfrm>
            <a:off x="1489627" y="3357834"/>
            <a:ext cx="461176" cy="4608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60" y="6398"/>
                </a:moveTo>
                <a:cubicBezTo>
                  <a:pt x="14816" y="6398"/>
                  <a:pt x="15188" y="6771"/>
                  <a:pt x="15188" y="7244"/>
                </a:cubicBezTo>
                <a:lnTo>
                  <a:pt x="15188" y="14355"/>
                </a:lnTo>
                <a:cubicBezTo>
                  <a:pt x="15188" y="14811"/>
                  <a:pt x="14816" y="15200"/>
                  <a:pt x="14360" y="15200"/>
                </a:cubicBezTo>
                <a:lnTo>
                  <a:pt x="7238" y="15200"/>
                </a:lnTo>
                <a:cubicBezTo>
                  <a:pt x="6782" y="15200"/>
                  <a:pt x="6410" y="14811"/>
                  <a:pt x="6410" y="14355"/>
                </a:cubicBezTo>
                <a:lnTo>
                  <a:pt x="6410" y="7244"/>
                </a:lnTo>
                <a:cubicBezTo>
                  <a:pt x="6410" y="6771"/>
                  <a:pt x="6782" y="6398"/>
                  <a:pt x="7238" y="6398"/>
                </a:cubicBezTo>
                <a:close/>
                <a:moveTo>
                  <a:pt x="6511" y="0"/>
                </a:moveTo>
                <a:cubicBezTo>
                  <a:pt x="5987" y="0"/>
                  <a:pt x="5565" y="422"/>
                  <a:pt x="5565" y="947"/>
                </a:cubicBezTo>
                <a:lnTo>
                  <a:pt x="5565" y="2844"/>
                </a:lnTo>
                <a:lnTo>
                  <a:pt x="4363" y="2844"/>
                </a:lnTo>
                <a:cubicBezTo>
                  <a:pt x="3518" y="2844"/>
                  <a:pt x="2841" y="3520"/>
                  <a:pt x="2841" y="4349"/>
                </a:cubicBezTo>
                <a:lnTo>
                  <a:pt x="2841" y="5552"/>
                </a:lnTo>
                <a:lnTo>
                  <a:pt x="946" y="5552"/>
                </a:lnTo>
                <a:cubicBezTo>
                  <a:pt x="422" y="5552"/>
                  <a:pt x="0" y="5974"/>
                  <a:pt x="0" y="6500"/>
                </a:cubicBezTo>
                <a:cubicBezTo>
                  <a:pt x="0" y="7025"/>
                  <a:pt x="422" y="7447"/>
                  <a:pt x="946" y="7447"/>
                </a:cubicBezTo>
                <a:lnTo>
                  <a:pt x="2841" y="7447"/>
                </a:lnTo>
                <a:lnTo>
                  <a:pt x="2841" y="9852"/>
                </a:lnTo>
                <a:lnTo>
                  <a:pt x="946" y="9852"/>
                </a:lnTo>
                <a:cubicBezTo>
                  <a:pt x="422" y="9852"/>
                  <a:pt x="0" y="10275"/>
                  <a:pt x="0" y="10800"/>
                </a:cubicBezTo>
                <a:cubicBezTo>
                  <a:pt x="0" y="11325"/>
                  <a:pt x="422" y="11747"/>
                  <a:pt x="946" y="11747"/>
                </a:cubicBezTo>
                <a:lnTo>
                  <a:pt x="2841" y="11747"/>
                </a:lnTo>
                <a:lnTo>
                  <a:pt x="2841" y="14134"/>
                </a:lnTo>
                <a:lnTo>
                  <a:pt x="946" y="14134"/>
                </a:lnTo>
                <a:cubicBezTo>
                  <a:pt x="422" y="14134"/>
                  <a:pt x="0" y="14558"/>
                  <a:pt x="0" y="15082"/>
                </a:cubicBezTo>
                <a:cubicBezTo>
                  <a:pt x="0" y="15607"/>
                  <a:pt x="422" y="16031"/>
                  <a:pt x="946" y="16031"/>
                </a:cubicBezTo>
                <a:lnTo>
                  <a:pt x="2841" y="16031"/>
                </a:lnTo>
                <a:lnTo>
                  <a:pt x="2841" y="17249"/>
                </a:lnTo>
                <a:cubicBezTo>
                  <a:pt x="2841" y="18078"/>
                  <a:pt x="3518" y="18756"/>
                  <a:pt x="4363" y="18756"/>
                </a:cubicBezTo>
                <a:lnTo>
                  <a:pt x="5565" y="18756"/>
                </a:lnTo>
                <a:lnTo>
                  <a:pt x="5565" y="20652"/>
                </a:lnTo>
                <a:cubicBezTo>
                  <a:pt x="5565" y="21176"/>
                  <a:pt x="5987" y="21600"/>
                  <a:pt x="6511" y="21600"/>
                </a:cubicBezTo>
                <a:cubicBezTo>
                  <a:pt x="7037" y="21600"/>
                  <a:pt x="7459" y="21176"/>
                  <a:pt x="7459" y="20652"/>
                </a:cubicBezTo>
                <a:lnTo>
                  <a:pt x="7459" y="18756"/>
                </a:lnTo>
                <a:lnTo>
                  <a:pt x="9844" y="18756"/>
                </a:lnTo>
                <a:lnTo>
                  <a:pt x="9844" y="20652"/>
                </a:lnTo>
                <a:cubicBezTo>
                  <a:pt x="9844" y="21176"/>
                  <a:pt x="10284" y="21600"/>
                  <a:pt x="10791" y="21600"/>
                </a:cubicBezTo>
                <a:cubicBezTo>
                  <a:pt x="11316" y="21600"/>
                  <a:pt x="11739" y="21176"/>
                  <a:pt x="11739" y="20652"/>
                </a:cubicBezTo>
                <a:lnTo>
                  <a:pt x="11739" y="18756"/>
                </a:lnTo>
                <a:lnTo>
                  <a:pt x="14140" y="18756"/>
                </a:lnTo>
                <a:lnTo>
                  <a:pt x="14140" y="20652"/>
                </a:lnTo>
                <a:cubicBezTo>
                  <a:pt x="14140" y="21176"/>
                  <a:pt x="14563" y="21600"/>
                  <a:pt x="15088" y="21600"/>
                </a:cubicBezTo>
                <a:cubicBezTo>
                  <a:pt x="15612" y="21600"/>
                  <a:pt x="16035" y="21176"/>
                  <a:pt x="16035" y="20652"/>
                </a:cubicBezTo>
                <a:lnTo>
                  <a:pt x="16035" y="18756"/>
                </a:lnTo>
                <a:lnTo>
                  <a:pt x="17236" y="18756"/>
                </a:lnTo>
                <a:cubicBezTo>
                  <a:pt x="18081" y="18756"/>
                  <a:pt x="18759" y="18078"/>
                  <a:pt x="18759" y="17249"/>
                </a:cubicBezTo>
                <a:lnTo>
                  <a:pt x="18759" y="16031"/>
                </a:lnTo>
                <a:lnTo>
                  <a:pt x="20652" y="16031"/>
                </a:lnTo>
                <a:cubicBezTo>
                  <a:pt x="21177" y="16031"/>
                  <a:pt x="21600" y="15607"/>
                  <a:pt x="21600" y="15082"/>
                </a:cubicBezTo>
                <a:cubicBezTo>
                  <a:pt x="21600" y="14558"/>
                  <a:pt x="21177" y="14134"/>
                  <a:pt x="20652" y="14134"/>
                </a:cubicBezTo>
                <a:lnTo>
                  <a:pt x="18759" y="14134"/>
                </a:lnTo>
                <a:lnTo>
                  <a:pt x="18759" y="11747"/>
                </a:lnTo>
                <a:lnTo>
                  <a:pt x="20652" y="11747"/>
                </a:lnTo>
                <a:cubicBezTo>
                  <a:pt x="21177" y="11747"/>
                  <a:pt x="21600" y="11325"/>
                  <a:pt x="21600" y="10800"/>
                </a:cubicBezTo>
                <a:cubicBezTo>
                  <a:pt x="21600" y="10275"/>
                  <a:pt x="21177" y="9852"/>
                  <a:pt x="20652" y="9852"/>
                </a:cubicBezTo>
                <a:lnTo>
                  <a:pt x="18759" y="9852"/>
                </a:lnTo>
                <a:lnTo>
                  <a:pt x="18759" y="7447"/>
                </a:lnTo>
                <a:lnTo>
                  <a:pt x="20652" y="7447"/>
                </a:lnTo>
                <a:cubicBezTo>
                  <a:pt x="21177" y="7447"/>
                  <a:pt x="21600" y="7025"/>
                  <a:pt x="21600" y="6500"/>
                </a:cubicBezTo>
                <a:cubicBezTo>
                  <a:pt x="21600" y="5974"/>
                  <a:pt x="21177" y="5552"/>
                  <a:pt x="20652" y="5552"/>
                </a:cubicBezTo>
                <a:lnTo>
                  <a:pt x="18759" y="5552"/>
                </a:lnTo>
                <a:lnTo>
                  <a:pt x="18759" y="4349"/>
                </a:lnTo>
                <a:cubicBezTo>
                  <a:pt x="18759" y="3520"/>
                  <a:pt x="18081" y="2844"/>
                  <a:pt x="17236" y="2844"/>
                </a:cubicBezTo>
                <a:lnTo>
                  <a:pt x="16035" y="2844"/>
                </a:lnTo>
                <a:lnTo>
                  <a:pt x="16035" y="947"/>
                </a:lnTo>
                <a:cubicBezTo>
                  <a:pt x="16035" y="422"/>
                  <a:pt x="15612" y="0"/>
                  <a:pt x="15088" y="0"/>
                </a:cubicBezTo>
                <a:cubicBezTo>
                  <a:pt x="14563" y="0"/>
                  <a:pt x="14140" y="422"/>
                  <a:pt x="14140" y="947"/>
                </a:cubicBezTo>
                <a:lnTo>
                  <a:pt x="14140" y="2844"/>
                </a:lnTo>
                <a:lnTo>
                  <a:pt x="11739" y="2844"/>
                </a:lnTo>
                <a:lnTo>
                  <a:pt x="11739" y="947"/>
                </a:lnTo>
                <a:cubicBezTo>
                  <a:pt x="11739" y="422"/>
                  <a:pt x="11316" y="0"/>
                  <a:pt x="10791" y="0"/>
                </a:cubicBezTo>
                <a:cubicBezTo>
                  <a:pt x="10284" y="0"/>
                  <a:pt x="9844" y="422"/>
                  <a:pt x="9844" y="947"/>
                </a:cubicBezTo>
                <a:lnTo>
                  <a:pt x="9844" y="2844"/>
                </a:lnTo>
                <a:lnTo>
                  <a:pt x="7459" y="2844"/>
                </a:lnTo>
                <a:lnTo>
                  <a:pt x="7459" y="947"/>
                </a:lnTo>
                <a:cubicBezTo>
                  <a:pt x="7459" y="422"/>
                  <a:pt x="7037" y="0"/>
                  <a:pt x="6511" y="0"/>
                </a:cubicBezTo>
                <a:close/>
              </a:path>
            </a:pathLst>
          </a:cu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484" name="Google Shape;416;p34"/>
          <p:cNvGrpSpPr/>
          <p:nvPr/>
        </p:nvGrpSpPr>
        <p:grpSpPr>
          <a:xfrm>
            <a:off x="7178825" y="3360347"/>
            <a:ext cx="455855" cy="455756"/>
            <a:chOff x="0" y="0"/>
            <a:chExt cx="455854" cy="455754"/>
          </a:xfrm>
        </p:grpSpPr>
        <p:sp>
          <p:nvSpPr>
            <p:cNvPr id="480" name="Google Shape;417;p34"/>
            <p:cNvSpPr/>
            <p:nvPr/>
          </p:nvSpPr>
          <p:spPr>
            <a:xfrm>
              <a:off x="1900" y="148437"/>
              <a:ext cx="113050" cy="1144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0559" y="950"/>
                    <a:pt x="0" y="14446"/>
                    <a:pt x="0" y="14446"/>
                  </a:cubicBezTo>
                  <a:lnTo>
                    <a:pt x="7314" y="21600"/>
                  </a:lnTo>
                  <a:cubicBezTo>
                    <a:pt x="7523" y="21125"/>
                    <a:pt x="7795" y="20576"/>
                    <a:pt x="8143" y="20100"/>
                  </a:cubicBezTo>
                  <a:cubicBezTo>
                    <a:pt x="14767" y="10628"/>
                    <a:pt x="18702" y="4493"/>
                    <a:pt x="2160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481" name="Google Shape;418;p34"/>
            <p:cNvSpPr/>
            <p:nvPr/>
          </p:nvSpPr>
          <p:spPr>
            <a:xfrm>
              <a:off x="192927" y="340914"/>
              <a:ext cx="114506" cy="1126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7103" y="2908"/>
                    <a:pt x="10969" y="6851"/>
                    <a:pt x="1499" y="13499"/>
                  </a:cubicBezTo>
                  <a:cubicBezTo>
                    <a:pt x="1024" y="13847"/>
                    <a:pt x="481" y="14127"/>
                    <a:pt x="0" y="14330"/>
                  </a:cubicBezTo>
                  <a:lnTo>
                    <a:pt x="7158" y="21600"/>
                  </a:lnTo>
                  <a:cubicBezTo>
                    <a:pt x="7158" y="21600"/>
                    <a:pt x="20644" y="11079"/>
                    <a:pt x="2160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482" name="Google Shape;419;p34"/>
            <p:cNvSpPr/>
            <p:nvPr/>
          </p:nvSpPr>
          <p:spPr>
            <a:xfrm>
              <a:off x="0" y="313465"/>
              <a:ext cx="142400" cy="142290"/>
            </a:xfrm>
            <a:custGeom>
              <a:avLst/>
              <a:gdLst/>
              <a:ahLst/>
              <a:cxnLst>
                <a:cxn ang="0">
                  <a:pos x="wd2" y="hd2"/>
                </a:cxn>
                <a:cxn ang="5400000">
                  <a:pos x="wd2" y="hd2"/>
                </a:cxn>
                <a:cxn ang="10800000">
                  <a:pos x="wd2" y="hd2"/>
                </a:cxn>
                <a:cxn ang="16200000">
                  <a:pos x="wd2" y="hd2"/>
                </a:cxn>
              </a:cxnLst>
              <a:rect l="0" t="0" r="r" b="b"/>
              <a:pathLst>
                <a:path w="21562" h="21600" fill="norm" stroke="1" extrusionOk="0">
                  <a:moveTo>
                    <a:pt x="8656" y="0"/>
                  </a:moveTo>
                  <a:cubicBezTo>
                    <a:pt x="7232" y="985"/>
                    <a:pt x="6029" y="2137"/>
                    <a:pt x="4991" y="3509"/>
                  </a:cubicBezTo>
                  <a:cubicBezTo>
                    <a:pt x="3462" y="5535"/>
                    <a:pt x="2314" y="7782"/>
                    <a:pt x="1491" y="10195"/>
                  </a:cubicBezTo>
                  <a:cubicBezTo>
                    <a:pt x="614" y="12773"/>
                    <a:pt x="123" y="15458"/>
                    <a:pt x="13" y="18202"/>
                  </a:cubicBezTo>
                  <a:cubicBezTo>
                    <a:pt x="13" y="18584"/>
                    <a:pt x="-38" y="18966"/>
                    <a:pt x="68" y="19353"/>
                  </a:cubicBezTo>
                  <a:cubicBezTo>
                    <a:pt x="123" y="19846"/>
                    <a:pt x="343" y="20283"/>
                    <a:pt x="669" y="20665"/>
                  </a:cubicBezTo>
                  <a:cubicBezTo>
                    <a:pt x="1000" y="21052"/>
                    <a:pt x="1381" y="21324"/>
                    <a:pt x="1873" y="21489"/>
                  </a:cubicBezTo>
                  <a:cubicBezTo>
                    <a:pt x="2258" y="21600"/>
                    <a:pt x="2640" y="21600"/>
                    <a:pt x="3021" y="21600"/>
                  </a:cubicBezTo>
                  <a:cubicBezTo>
                    <a:pt x="5483" y="21600"/>
                    <a:pt x="7999" y="21163"/>
                    <a:pt x="10351" y="20449"/>
                  </a:cubicBezTo>
                  <a:cubicBezTo>
                    <a:pt x="14668" y="19187"/>
                    <a:pt x="18990" y="16774"/>
                    <a:pt x="21562" y="12939"/>
                  </a:cubicBezTo>
                  <a:lnTo>
                    <a:pt x="20960" y="12336"/>
                  </a:lnTo>
                  <a:cubicBezTo>
                    <a:pt x="20795" y="12391"/>
                    <a:pt x="20630" y="12497"/>
                    <a:pt x="20464" y="12552"/>
                  </a:cubicBezTo>
                  <a:cubicBezTo>
                    <a:pt x="19481" y="12939"/>
                    <a:pt x="18499" y="13376"/>
                    <a:pt x="17461" y="13703"/>
                  </a:cubicBezTo>
                  <a:cubicBezTo>
                    <a:pt x="14778" y="14638"/>
                    <a:pt x="11991" y="15241"/>
                    <a:pt x="9148" y="15623"/>
                  </a:cubicBezTo>
                  <a:cubicBezTo>
                    <a:pt x="7999" y="15789"/>
                    <a:pt x="6796" y="15900"/>
                    <a:pt x="5593" y="16005"/>
                  </a:cubicBezTo>
                  <a:cubicBezTo>
                    <a:pt x="5593" y="15844"/>
                    <a:pt x="5648" y="15734"/>
                    <a:pt x="5648" y="15568"/>
                  </a:cubicBezTo>
                  <a:cubicBezTo>
                    <a:pt x="5864" y="12663"/>
                    <a:pt x="6305" y="9812"/>
                    <a:pt x="7012" y="7017"/>
                  </a:cubicBezTo>
                  <a:cubicBezTo>
                    <a:pt x="7343" y="5645"/>
                    <a:pt x="7779" y="4328"/>
                    <a:pt x="8270" y="3016"/>
                  </a:cubicBezTo>
                  <a:cubicBezTo>
                    <a:pt x="8546" y="2192"/>
                    <a:pt x="8927" y="1423"/>
                    <a:pt x="9258" y="658"/>
                  </a:cubicBezTo>
                  <a:lnTo>
                    <a:pt x="8656" y="0"/>
                  </a:ln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483" name="Google Shape;421;p34"/>
            <p:cNvSpPr/>
            <p:nvPr/>
          </p:nvSpPr>
          <p:spPr>
            <a:xfrm>
              <a:off x="57592" y="0"/>
              <a:ext cx="398263" cy="398357"/>
            </a:xfrm>
            <a:custGeom>
              <a:avLst/>
              <a:gdLst/>
              <a:ahLst/>
              <a:cxnLst>
                <a:cxn ang="0">
                  <a:pos x="wd2" y="hd2"/>
                </a:cxn>
                <a:cxn ang="5400000">
                  <a:pos x="wd2" y="hd2"/>
                </a:cxn>
                <a:cxn ang="10800000">
                  <a:pos x="wd2" y="hd2"/>
                </a:cxn>
                <a:cxn ang="16200000">
                  <a:pos x="wd2" y="hd2"/>
                </a:cxn>
              </a:cxnLst>
              <a:rect l="0" t="0" r="r" b="b"/>
              <a:pathLst>
                <a:path w="21518" h="21600" fill="norm" stroke="1" extrusionOk="0">
                  <a:moveTo>
                    <a:pt x="12911" y="5801"/>
                  </a:moveTo>
                  <a:cubicBezTo>
                    <a:pt x="13635" y="5801"/>
                    <a:pt x="14358" y="6080"/>
                    <a:pt x="14904" y="6638"/>
                  </a:cubicBezTo>
                  <a:cubicBezTo>
                    <a:pt x="16016" y="7735"/>
                    <a:pt x="16016" y="9538"/>
                    <a:pt x="14904" y="10653"/>
                  </a:cubicBezTo>
                  <a:cubicBezTo>
                    <a:pt x="14358" y="11202"/>
                    <a:pt x="13635" y="11475"/>
                    <a:pt x="12911" y="11475"/>
                  </a:cubicBezTo>
                  <a:cubicBezTo>
                    <a:pt x="12186" y="11475"/>
                    <a:pt x="11459" y="11202"/>
                    <a:pt x="10903" y="10653"/>
                  </a:cubicBezTo>
                  <a:cubicBezTo>
                    <a:pt x="9810" y="9538"/>
                    <a:pt x="9810" y="7735"/>
                    <a:pt x="10903" y="6638"/>
                  </a:cubicBezTo>
                  <a:cubicBezTo>
                    <a:pt x="11459" y="6080"/>
                    <a:pt x="12186" y="5801"/>
                    <a:pt x="12911" y="5801"/>
                  </a:cubicBezTo>
                  <a:close/>
                  <a:moveTo>
                    <a:pt x="20659" y="0"/>
                  </a:moveTo>
                  <a:cubicBezTo>
                    <a:pt x="17908" y="59"/>
                    <a:pt x="11138" y="567"/>
                    <a:pt x="7547" y="4171"/>
                  </a:cubicBezTo>
                  <a:cubicBezTo>
                    <a:pt x="5928" y="5816"/>
                    <a:pt x="5402" y="6658"/>
                    <a:pt x="4230" y="8518"/>
                  </a:cubicBezTo>
                  <a:cubicBezTo>
                    <a:pt x="3391" y="9870"/>
                    <a:pt x="2240" y="11710"/>
                    <a:pt x="152" y="14746"/>
                  </a:cubicBezTo>
                  <a:cubicBezTo>
                    <a:pt x="-82" y="15079"/>
                    <a:pt x="-43" y="15529"/>
                    <a:pt x="249" y="15822"/>
                  </a:cubicBezTo>
                  <a:lnTo>
                    <a:pt x="5752" y="21345"/>
                  </a:lnTo>
                  <a:cubicBezTo>
                    <a:pt x="5908" y="21501"/>
                    <a:pt x="6123" y="21600"/>
                    <a:pt x="6357" y="21600"/>
                  </a:cubicBezTo>
                  <a:cubicBezTo>
                    <a:pt x="6513" y="21600"/>
                    <a:pt x="6688" y="21541"/>
                    <a:pt x="6826" y="21444"/>
                  </a:cubicBezTo>
                  <a:cubicBezTo>
                    <a:pt x="9849" y="19329"/>
                    <a:pt x="11683" y="18192"/>
                    <a:pt x="13011" y="17350"/>
                  </a:cubicBezTo>
                  <a:cubicBezTo>
                    <a:pt x="14884" y="16176"/>
                    <a:pt x="15723" y="15646"/>
                    <a:pt x="17362" y="14021"/>
                  </a:cubicBezTo>
                  <a:cubicBezTo>
                    <a:pt x="20953" y="10398"/>
                    <a:pt x="21459" y="3623"/>
                    <a:pt x="21518" y="862"/>
                  </a:cubicBezTo>
                  <a:cubicBezTo>
                    <a:pt x="21518" y="646"/>
                    <a:pt x="21441" y="411"/>
                    <a:pt x="21264" y="255"/>
                  </a:cubicBezTo>
                  <a:cubicBezTo>
                    <a:pt x="21108" y="99"/>
                    <a:pt x="20894" y="0"/>
                    <a:pt x="20659"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grpSp>
      <p:sp>
        <p:nvSpPr>
          <p:cNvPr id="485" name="Google Shape;422;p34"/>
          <p:cNvSpPr/>
          <p:nvPr/>
        </p:nvSpPr>
        <p:spPr>
          <a:xfrm>
            <a:off x="1519378" y="1986385"/>
            <a:ext cx="399750" cy="460479"/>
          </a:xfrm>
          <a:custGeom>
            <a:avLst/>
            <a:gdLst/>
            <a:ahLst/>
            <a:cxnLst>
              <a:cxn ang="0">
                <a:pos x="wd2" y="hd2"/>
              </a:cxn>
              <a:cxn ang="5400000">
                <a:pos x="wd2" y="hd2"/>
              </a:cxn>
              <a:cxn ang="10800000">
                <a:pos x="wd2" y="hd2"/>
              </a:cxn>
              <a:cxn ang="16200000">
                <a:pos x="wd2" y="hd2"/>
              </a:cxn>
            </a:cxnLst>
            <a:rect l="0" t="0" r="r" b="b"/>
            <a:pathLst>
              <a:path w="21386" h="21600" fill="norm" stroke="1" extrusionOk="0">
                <a:moveTo>
                  <a:pt x="9553" y="5186"/>
                </a:moveTo>
                <a:cubicBezTo>
                  <a:pt x="9731" y="5186"/>
                  <a:pt x="9910" y="5256"/>
                  <a:pt x="10028" y="5388"/>
                </a:cubicBezTo>
                <a:cubicBezTo>
                  <a:pt x="10241" y="5607"/>
                  <a:pt x="10202" y="5963"/>
                  <a:pt x="9950" y="6149"/>
                </a:cubicBezTo>
                <a:lnTo>
                  <a:pt x="8134" y="7471"/>
                </a:lnTo>
                <a:lnTo>
                  <a:pt x="9950" y="8793"/>
                </a:lnTo>
                <a:cubicBezTo>
                  <a:pt x="10202" y="8979"/>
                  <a:pt x="10241" y="9318"/>
                  <a:pt x="10028" y="9556"/>
                </a:cubicBezTo>
                <a:cubicBezTo>
                  <a:pt x="9913" y="9691"/>
                  <a:pt x="9738" y="9741"/>
                  <a:pt x="9545" y="9741"/>
                </a:cubicBezTo>
                <a:cubicBezTo>
                  <a:pt x="9410" y="9741"/>
                  <a:pt x="9275" y="9708"/>
                  <a:pt x="9158" y="9623"/>
                </a:cubicBezTo>
                <a:lnTo>
                  <a:pt x="6763" y="7878"/>
                </a:lnTo>
                <a:cubicBezTo>
                  <a:pt x="6627" y="7776"/>
                  <a:pt x="6551" y="7624"/>
                  <a:pt x="6551" y="7471"/>
                </a:cubicBezTo>
                <a:cubicBezTo>
                  <a:pt x="6551" y="7302"/>
                  <a:pt x="6627" y="7150"/>
                  <a:pt x="6763" y="7047"/>
                </a:cubicBezTo>
                <a:lnTo>
                  <a:pt x="9158" y="5320"/>
                </a:lnTo>
                <a:cubicBezTo>
                  <a:pt x="9270" y="5230"/>
                  <a:pt x="9412" y="5186"/>
                  <a:pt x="9553" y="5186"/>
                </a:cubicBezTo>
                <a:close/>
                <a:moveTo>
                  <a:pt x="14630" y="5186"/>
                </a:moveTo>
                <a:cubicBezTo>
                  <a:pt x="14770" y="5186"/>
                  <a:pt x="14913" y="5230"/>
                  <a:pt x="15033" y="5320"/>
                </a:cubicBezTo>
                <a:lnTo>
                  <a:pt x="17408" y="7047"/>
                </a:lnTo>
                <a:cubicBezTo>
                  <a:pt x="17562" y="7150"/>
                  <a:pt x="17640" y="7302"/>
                  <a:pt x="17640" y="7471"/>
                </a:cubicBezTo>
                <a:cubicBezTo>
                  <a:pt x="17640" y="7624"/>
                  <a:pt x="17562" y="7776"/>
                  <a:pt x="17408" y="7878"/>
                </a:cubicBezTo>
                <a:lnTo>
                  <a:pt x="15033" y="9623"/>
                </a:lnTo>
                <a:cubicBezTo>
                  <a:pt x="14916" y="9708"/>
                  <a:pt x="14781" y="9741"/>
                  <a:pt x="14627" y="9741"/>
                </a:cubicBezTo>
                <a:cubicBezTo>
                  <a:pt x="14453" y="9741"/>
                  <a:pt x="14278" y="9691"/>
                  <a:pt x="14163" y="9556"/>
                </a:cubicBezTo>
                <a:cubicBezTo>
                  <a:pt x="13931" y="9318"/>
                  <a:pt x="13970" y="8979"/>
                  <a:pt x="14241" y="8793"/>
                </a:cubicBezTo>
                <a:lnTo>
                  <a:pt x="16057" y="7471"/>
                </a:lnTo>
                <a:lnTo>
                  <a:pt x="14241" y="6149"/>
                </a:lnTo>
                <a:cubicBezTo>
                  <a:pt x="13970" y="5963"/>
                  <a:pt x="13931" y="5607"/>
                  <a:pt x="14163" y="5388"/>
                </a:cubicBezTo>
                <a:cubicBezTo>
                  <a:pt x="14281" y="5256"/>
                  <a:pt x="14453" y="5186"/>
                  <a:pt x="14630" y="5186"/>
                </a:cubicBezTo>
                <a:close/>
                <a:moveTo>
                  <a:pt x="13225" y="3485"/>
                </a:moveTo>
                <a:cubicBezTo>
                  <a:pt x="13287" y="3485"/>
                  <a:pt x="13348" y="3492"/>
                  <a:pt x="13410" y="3507"/>
                </a:cubicBezTo>
                <a:cubicBezTo>
                  <a:pt x="13738" y="3576"/>
                  <a:pt x="13911" y="3880"/>
                  <a:pt x="13835" y="4167"/>
                </a:cubicBezTo>
                <a:lnTo>
                  <a:pt x="11555" y="11063"/>
                </a:lnTo>
                <a:cubicBezTo>
                  <a:pt x="11477" y="11300"/>
                  <a:pt x="11226" y="11452"/>
                  <a:pt x="10955" y="11452"/>
                </a:cubicBezTo>
                <a:cubicBezTo>
                  <a:pt x="10898" y="11452"/>
                  <a:pt x="10840" y="11452"/>
                  <a:pt x="10781" y="11435"/>
                </a:cubicBezTo>
                <a:cubicBezTo>
                  <a:pt x="10453" y="11351"/>
                  <a:pt x="10260" y="11045"/>
                  <a:pt x="10356" y="10758"/>
                </a:cubicBezTo>
                <a:lnTo>
                  <a:pt x="12636" y="3863"/>
                </a:lnTo>
                <a:cubicBezTo>
                  <a:pt x="12715" y="3628"/>
                  <a:pt x="12960" y="3485"/>
                  <a:pt x="13225" y="3485"/>
                </a:cubicBezTo>
                <a:close/>
                <a:moveTo>
                  <a:pt x="12018" y="0"/>
                </a:moveTo>
                <a:cubicBezTo>
                  <a:pt x="9874" y="0"/>
                  <a:pt x="7729" y="593"/>
                  <a:pt x="5971" y="1660"/>
                </a:cubicBezTo>
                <a:cubicBezTo>
                  <a:pt x="4097" y="2796"/>
                  <a:pt x="2783" y="4388"/>
                  <a:pt x="2165" y="6252"/>
                </a:cubicBezTo>
                <a:cubicBezTo>
                  <a:pt x="1932" y="6980"/>
                  <a:pt x="1798" y="7589"/>
                  <a:pt x="1700" y="8131"/>
                </a:cubicBezTo>
                <a:cubicBezTo>
                  <a:pt x="1470" y="9250"/>
                  <a:pt x="1295" y="10064"/>
                  <a:pt x="290" y="11367"/>
                </a:cubicBezTo>
                <a:cubicBezTo>
                  <a:pt x="21" y="11707"/>
                  <a:pt x="-57" y="12046"/>
                  <a:pt x="39" y="12350"/>
                </a:cubicBezTo>
                <a:cubicBezTo>
                  <a:pt x="195" y="12841"/>
                  <a:pt x="715" y="13045"/>
                  <a:pt x="1141" y="13214"/>
                </a:cubicBezTo>
                <a:cubicBezTo>
                  <a:pt x="1295" y="13265"/>
                  <a:pt x="1527" y="13366"/>
                  <a:pt x="1585" y="13417"/>
                </a:cubicBezTo>
                <a:cubicBezTo>
                  <a:pt x="1837" y="13706"/>
                  <a:pt x="1817" y="14484"/>
                  <a:pt x="1798" y="15162"/>
                </a:cubicBezTo>
                <a:cubicBezTo>
                  <a:pt x="1778" y="16145"/>
                  <a:pt x="1739" y="17161"/>
                  <a:pt x="2299" y="17906"/>
                </a:cubicBezTo>
                <a:cubicBezTo>
                  <a:pt x="3073" y="18924"/>
                  <a:pt x="4271" y="18941"/>
                  <a:pt x="5236" y="18941"/>
                </a:cubicBezTo>
                <a:cubicBezTo>
                  <a:pt x="6377" y="18956"/>
                  <a:pt x="6898" y="18956"/>
                  <a:pt x="7015" y="20058"/>
                </a:cubicBezTo>
                <a:cubicBezTo>
                  <a:pt x="7015" y="20092"/>
                  <a:pt x="7015" y="20211"/>
                  <a:pt x="7015" y="20312"/>
                </a:cubicBezTo>
                <a:cubicBezTo>
                  <a:pt x="7052" y="21041"/>
                  <a:pt x="7072" y="21142"/>
                  <a:pt x="7111" y="21244"/>
                </a:cubicBezTo>
                <a:cubicBezTo>
                  <a:pt x="7188" y="21465"/>
                  <a:pt x="7420" y="21600"/>
                  <a:pt x="7670" y="21600"/>
                </a:cubicBezTo>
                <a:lnTo>
                  <a:pt x="18298" y="21600"/>
                </a:lnTo>
                <a:cubicBezTo>
                  <a:pt x="18510" y="21600"/>
                  <a:pt x="18703" y="21515"/>
                  <a:pt x="18799" y="21362"/>
                </a:cubicBezTo>
                <a:cubicBezTo>
                  <a:pt x="18916" y="21210"/>
                  <a:pt x="18935" y="21007"/>
                  <a:pt x="18838" y="20854"/>
                </a:cubicBezTo>
                <a:cubicBezTo>
                  <a:pt x="17506" y="18414"/>
                  <a:pt x="18586" y="15924"/>
                  <a:pt x="19766" y="13282"/>
                </a:cubicBezTo>
                <a:cubicBezTo>
                  <a:pt x="20461" y="11673"/>
                  <a:pt x="21196" y="10012"/>
                  <a:pt x="21350" y="8318"/>
                </a:cubicBezTo>
                <a:cubicBezTo>
                  <a:pt x="21543" y="6387"/>
                  <a:pt x="20944" y="4677"/>
                  <a:pt x="19515" y="3117"/>
                </a:cubicBezTo>
                <a:cubicBezTo>
                  <a:pt x="17679" y="1101"/>
                  <a:pt x="15013" y="0"/>
                  <a:pt x="12018" y="0"/>
                </a:cubicBezTo>
                <a:close/>
              </a:path>
            </a:pathLst>
          </a:custGeom>
          <a:solidFill>
            <a:schemeClr val="accent1"/>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490" name="Google Shape;423;p34"/>
          <p:cNvGrpSpPr/>
          <p:nvPr/>
        </p:nvGrpSpPr>
        <p:grpSpPr>
          <a:xfrm>
            <a:off x="7190733" y="1989700"/>
            <a:ext cx="431783" cy="457165"/>
            <a:chOff x="0" y="23"/>
            <a:chExt cx="431781" cy="457163"/>
          </a:xfrm>
        </p:grpSpPr>
        <p:sp>
          <p:nvSpPr>
            <p:cNvPr id="486" name="Google Shape;424;p34"/>
            <p:cNvSpPr/>
            <p:nvPr/>
          </p:nvSpPr>
          <p:spPr>
            <a:xfrm>
              <a:off x="29661" y="395262"/>
              <a:ext cx="95538" cy="61926"/>
            </a:xfrm>
            <a:custGeom>
              <a:avLst/>
              <a:gdLst/>
              <a:ahLst/>
              <a:cxnLst>
                <a:cxn ang="0">
                  <a:pos x="wd2" y="hd2"/>
                </a:cxn>
                <a:cxn ang="5400000">
                  <a:pos x="wd2" y="hd2"/>
                </a:cxn>
                <a:cxn ang="10800000">
                  <a:pos x="wd2" y="hd2"/>
                </a:cxn>
                <a:cxn ang="16200000">
                  <a:pos x="wd2" y="hd2"/>
                </a:cxn>
              </a:cxnLst>
              <a:rect l="0" t="0" r="r" b="b"/>
              <a:pathLst>
                <a:path w="20951" h="21600" fill="norm" stroke="1" extrusionOk="0">
                  <a:moveTo>
                    <a:pt x="2562" y="0"/>
                  </a:moveTo>
                  <a:cubicBezTo>
                    <a:pt x="2280" y="0"/>
                    <a:pt x="1992" y="73"/>
                    <a:pt x="1714" y="235"/>
                  </a:cubicBezTo>
                  <a:cubicBezTo>
                    <a:pt x="382" y="988"/>
                    <a:pt x="-324" y="3379"/>
                    <a:pt x="145" y="5509"/>
                  </a:cubicBezTo>
                  <a:cubicBezTo>
                    <a:pt x="1477" y="11545"/>
                    <a:pt x="4217" y="16447"/>
                    <a:pt x="7739" y="19210"/>
                  </a:cubicBezTo>
                  <a:cubicBezTo>
                    <a:pt x="9853" y="20847"/>
                    <a:pt x="12043" y="21600"/>
                    <a:pt x="14313" y="21600"/>
                  </a:cubicBezTo>
                  <a:cubicBezTo>
                    <a:pt x="15953" y="21600"/>
                    <a:pt x="17598" y="21219"/>
                    <a:pt x="19162" y="20344"/>
                  </a:cubicBezTo>
                  <a:cubicBezTo>
                    <a:pt x="20570" y="19583"/>
                    <a:pt x="21276" y="17201"/>
                    <a:pt x="20807" y="15062"/>
                  </a:cubicBezTo>
                  <a:cubicBezTo>
                    <a:pt x="20433" y="13376"/>
                    <a:pt x="19429" y="12315"/>
                    <a:pt x="18370" y="12315"/>
                  </a:cubicBezTo>
                  <a:cubicBezTo>
                    <a:pt x="18087" y="12315"/>
                    <a:pt x="17800" y="12388"/>
                    <a:pt x="17517" y="12550"/>
                  </a:cubicBezTo>
                  <a:cubicBezTo>
                    <a:pt x="16457" y="13133"/>
                    <a:pt x="15373" y="13425"/>
                    <a:pt x="14293" y="13425"/>
                  </a:cubicBezTo>
                  <a:cubicBezTo>
                    <a:pt x="12820" y="13425"/>
                    <a:pt x="11361" y="12882"/>
                    <a:pt x="10009" y="11797"/>
                  </a:cubicBezTo>
                  <a:cubicBezTo>
                    <a:pt x="7658" y="10038"/>
                    <a:pt x="5862" y="6773"/>
                    <a:pt x="4999" y="2747"/>
                  </a:cubicBezTo>
                  <a:cubicBezTo>
                    <a:pt x="4626" y="1061"/>
                    <a:pt x="3622" y="0"/>
                    <a:pt x="2562"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487" name="Google Shape;425;p34"/>
            <p:cNvSpPr/>
            <p:nvPr/>
          </p:nvSpPr>
          <p:spPr>
            <a:xfrm>
              <a:off x="283682" y="137646"/>
              <a:ext cx="79587" cy="81041"/>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3183" y="0"/>
                  </a:moveTo>
                  <a:cubicBezTo>
                    <a:pt x="1449" y="0"/>
                    <a:pt x="0" y="1436"/>
                    <a:pt x="0" y="3164"/>
                  </a:cubicBezTo>
                  <a:cubicBezTo>
                    <a:pt x="0" y="4897"/>
                    <a:pt x="1449" y="6333"/>
                    <a:pt x="3183" y="6333"/>
                  </a:cubicBezTo>
                  <a:cubicBezTo>
                    <a:pt x="9836" y="6333"/>
                    <a:pt x="15239" y="11806"/>
                    <a:pt x="15140" y="18430"/>
                  </a:cubicBezTo>
                  <a:cubicBezTo>
                    <a:pt x="15140" y="20164"/>
                    <a:pt x="16589" y="21600"/>
                    <a:pt x="18323" y="21600"/>
                  </a:cubicBezTo>
                  <a:cubicBezTo>
                    <a:pt x="20058" y="21600"/>
                    <a:pt x="21507" y="20257"/>
                    <a:pt x="21507" y="18529"/>
                  </a:cubicBezTo>
                  <a:cubicBezTo>
                    <a:pt x="21600" y="8352"/>
                    <a:pt x="13405" y="93"/>
                    <a:pt x="3183"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488" name="Google Shape;426;p34"/>
            <p:cNvSpPr/>
            <p:nvPr/>
          </p:nvSpPr>
          <p:spPr>
            <a:xfrm>
              <a:off x="0" y="23"/>
              <a:ext cx="268705" cy="3944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1637"/>
                  </a:moveTo>
                  <a:cubicBezTo>
                    <a:pt x="16005" y="1637"/>
                    <a:pt x="19218" y="2821"/>
                    <a:pt x="19218" y="3472"/>
                  </a:cubicBezTo>
                  <a:cubicBezTo>
                    <a:pt x="19218" y="4122"/>
                    <a:pt x="16005" y="5306"/>
                    <a:pt x="10786" y="5306"/>
                  </a:cubicBezTo>
                  <a:cubicBezTo>
                    <a:pt x="5565" y="5306"/>
                    <a:pt x="2380" y="4122"/>
                    <a:pt x="2380" y="3472"/>
                  </a:cubicBezTo>
                  <a:cubicBezTo>
                    <a:pt x="2380" y="2821"/>
                    <a:pt x="5565" y="1637"/>
                    <a:pt x="10786" y="1637"/>
                  </a:cubicBezTo>
                  <a:close/>
                  <a:moveTo>
                    <a:pt x="18674" y="7339"/>
                  </a:moveTo>
                  <a:cubicBezTo>
                    <a:pt x="19018" y="7536"/>
                    <a:pt x="19218" y="7733"/>
                    <a:pt x="19218" y="7891"/>
                  </a:cubicBezTo>
                  <a:cubicBezTo>
                    <a:pt x="19218" y="8521"/>
                    <a:pt x="16005" y="9706"/>
                    <a:pt x="10786" y="9706"/>
                  </a:cubicBezTo>
                  <a:cubicBezTo>
                    <a:pt x="5565" y="9706"/>
                    <a:pt x="2380" y="8521"/>
                    <a:pt x="2380" y="7891"/>
                  </a:cubicBezTo>
                  <a:cubicBezTo>
                    <a:pt x="2380" y="7733"/>
                    <a:pt x="2552" y="7536"/>
                    <a:pt x="2926" y="7339"/>
                  </a:cubicBezTo>
                  <a:cubicBezTo>
                    <a:pt x="5019" y="8028"/>
                    <a:pt x="7975" y="8384"/>
                    <a:pt x="10786" y="8384"/>
                  </a:cubicBezTo>
                  <a:cubicBezTo>
                    <a:pt x="13625" y="8384"/>
                    <a:pt x="16551" y="8028"/>
                    <a:pt x="18674" y="7339"/>
                  </a:cubicBezTo>
                  <a:close/>
                  <a:moveTo>
                    <a:pt x="10786" y="0"/>
                  </a:moveTo>
                  <a:cubicBezTo>
                    <a:pt x="5565" y="0"/>
                    <a:pt x="0" y="1224"/>
                    <a:pt x="0" y="3472"/>
                  </a:cubicBezTo>
                  <a:lnTo>
                    <a:pt x="0" y="5287"/>
                  </a:lnTo>
                  <a:cubicBezTo>
                    <a:pt x="115" y="5700"/>
                    <a:pt x="431" y="6076"/>
                    <a:pt x="917" y="6411"/>
                  </a:cubicBezTo>
                  <a:cubicBezTo>
                    <a:pt x="316" y="6845"/>
                    <a:pt x="0" y="7318"/>
                    <a:pt x="0" y="7870"/>
                  </a:cubicBezTo>
                  <a:lnTo>
                    <a:pt x="0" y="9706"/>
                  </a:lnTo>
                  <a:cubicBezTo>
                    <a:pt x="115" y="10119"/>
                    <a:pt x="431" y="10494"/>
                    <a:pt x="917" y="10810"/>
                  </a:cubicBezTo>
                  <a:cubicBezTo>
                    <a:pt x="316" y="11243"/>
                    <a:pt x="0" y="11737"/>
                    <a:pt x="0" y="12289"/>
                  </a:cubicBezTo>
                  <a:lnTo>
                    <a:pt x="0" y="14104"/>
                  </a:lnTo>
                  <a:cubicBezTo>
                    <a:pt x="115" y="14518"/>
                    <a:pt x="431" y="14893"/>
                    <a:pt x="917" y="15228"/>
                  </a:cubicBezTo>
                  <a:cubicBezTo>
                    <a:pt x="316" y="15643"/>
                    <a:pt x="0" y="16136"/>
                    <a:pt x="0" y="16688"/>
                  </a:cubicBezTo>
                  <a:lnTo>
                    <a:pt x="0" y="18522"/>
                  </a:lnTo>
                  <a:cubicBezTo>
                    <a:pt x="573" y="20476"/>
                    <a:pt x="5565" y="21540"/>
                    <a:pt x="10326" y="21600"/>
                  </a:cubicBezTo>
                  <a:cubicBezTo>
                    <a:pt x="10527" y="21461"/>
                    <a:pt x="10786" y="21343"/>
                    <a:pt x="11043" y="21245"/>
                  </a:cubicBezTo>
                  <a:lnTo>
                    <a:pt x="11043" y="18522"/>
                  </a:lnTo>
                  <a:lnTo>
                    <a:pt x="10786" y="18522"/>
                  </a:lnTo>
                  <a:cubicBezTo>
                    <a:pt x="5565" y="18522"/>
                    <a:pt x="2380" y="17339"/>
                    <a:pt x="2380" y="16688"/>
                  </a:cubicBezTo>
                  <a:cubicBezTo>
                    <a:pt x="2380" y="16551"/>
                    <a:pt x="2552" y="16352"/>
                    <a:pt x="2926" y="16155"/>
                  </a:cubicBezTo>
                  <a:cubicBezTo>
                    <a:pt x="5019" y="16846"/>
                    <a:pt x="7975" y="17201"/>
                    <a:pt x="10786" y="17201"/>
                  </a:cubicBezTo>
                  <a:lnTo>
                    <a:pt x="11043" y="17201"/>
                  </a:lnTo>
                  <a:lnTo>
                    <a:pt x="11043" y="14104"/>
                  </a:lnTo>
                  <a:cubicBezTo>
                    <a:pt x="10958" y="14104"/>
                    <a:pt x="10871" y="14124"/>
                    <a:pt x="10786" y="14124"/>
                  </a:cubicBezTo>
                  <a:cubicBezTo>
                    <a:pt x="5565" y="14124"/>
                    <a:pt x="2380" y="12940"/>
                    <a:pt x="2380" y="12289"/>
                  </a:cubicBezTo>
                  <a:cubicBezTo>
                    <a:pt x="2380" y="12131"/>
                    <a:pt x="2552" y="11954"/>
                    <a:pt x="2926" y="11757"/>
                  </a:cubicBezTo>
                  <a:cubicBezTo>
                    <a:pt x="5019" y="12427"/>
                    <a:pt x="7975" y="12782"/>
                    <a:pt x="10786" y="12782"/>
                  </a:cubicBezTo>
                  <a:lnTo>
                    <a:pt x="11359" y="12782"/>
                  </a:lnTo>
                  <a:cubicBezTo>
                    <a:pt x="11731" y="12388"/>
                    <a:pt x="12391" y="12112"/>
                    <a:pt x="13137" y="12112"/>
                  </a:cubicBezTo>
                  <a:lnTo>
                    <a:pt x="17326" y="12112"/>
                  </a:lnTo>
                  <a:cubicBezTo>
                    <a:pt x="17785" y="12013"/>
                    <a:pt x="18243" y="11894"/>
                    <a:pt x="18674" y="11757"/>
                  </a:cubicBezTo>
                  <a:cubicBezTo>
                    <a:pt x="18903" y="11875"/>
                    <a:pt x="19075" y="12013"/>
                    <a:pt x="19161" y="12112"/>
                  </a:cubicBezTo>
                  <a:lnTo>
                    <a:pt x="21600" y="12112"/>
                  </a:lnTo>
                  <a:cubicBezTo>
                    <a:pt x="21513" y="11639"/>
                    <a:pt x="21199" y="11204"/>
                    <a:pt x="20681" y="10830"/>
                  </a:cubicBezTo>
                  <a:cubicBezTo>
                    <a:pt x="21141" y="10494"/>
                    <a:pt x="21485" y="10119"/>
                    <a:pt x="21600" y="9706"/>
                  </a:cubicBezTo>
                  <a:lnTo>
                    <a:pt x="21600" y="7870"/>
                  </a:lnTo>
                  <a:cubicBezTo>
                    <a:pt x="21600" y="7339"/>
                    <a:pt x="21256" y="6845"/>
                    <a:pt x="20681" y="6411"/>
                  </a:cubicBezTo>
                  <a:cubicBezTo>
                    <a:pt x="21141" y="6076"/>
                    <a:pt x="21485" y="5700"/>
                    <a:pt x="21600" y="5287"/>
                  </a:cubicBezTo>
                  <a:lnTo>
                    <a:pt x="21600" y="3472"/>
                  </a:lnTo>
                  <a:cubicBezTo>
                    <a:pt x="21600" y="1224"/>
                    <a:pt x="16035" y="0"/>
                    <a:pt x="10786"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489" name="Google Shape;427;p34"/>
            <p:cNvSpPr/>
            <p:nvPr/>
          </p:nvSpPr>
          <p:spPr>
            <a:xfrm>
              <a:off x="133811" y="235991"/>
              <a:ext cx="297971" cy="1995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288" y="2728"/>
                  </a:moveTo>
                  <a:lnTo>
                    <a:pt x="18288" y="17857"/>
                  </a:lnTo>
                  <a:lnTo>
                    <a:pt x="3286" y="17857"/>
                  </a:lnTo>
                  <a:lnTo>
                    <a:pt x="3286" y="2728"/>
                  </a:lnTo>
                  <a:close/>
                  <a:moveTo>
                    <a:pt x="2146" y="0"/>
                  </a:moveTo>
                  <a:cubicBezTo>
                    <a:pt x="1681" y="0"/>
                    <a:pt x="1319" y="583"/>
                    <a:pt x="1319" y="1247"/>
                  </a:cubicBezTo>
                  <a:lnTo>
                    <a:pt x="1319" y="17623"/>
                  </a:lnTo>
                  <a:lnTo>
                    <a:pt x="982" y="17741"/>
                  </a:lnTo>
                  <a:cubicBezTo>
                    <a:pt x="414" y="17975"/>
                    <a:pt x="0" y="18754"/>
                    <a:pt x="0" y="19652"/>
                  </a:cubicBezTo>
                  <a:cubicBezTo>
                    <a:pt x="0" y="20743"/>
                    <a:pt x="569" y="21600"/>
                    <a:pt x="1294" y="21600"/>
                  </a:cubicBezTo>
                  <a:lnTo>
                    <a:pt x="20306" y="21600"/>
                  </a:lnTo>
                  <a:cubicBezTo>
                    <a:pt x="21030" y="21600"/>
                    <a:pt x="21600" y="20743"/>
                    <a:pt x="21600" y="19652"/>
                  </a:cubicBezTo>
                  <a:cubicBezTo>
                    <a:pt x="21600" y="18754"/>
                    <a:pt x="21185" y="17975"/>
                    <a:pt x="20591" y="17741"/>
                  </a:cubicBezTo>
                  <a:lnTo>
                    <a:pt x="20281" y="17623"/>
                  </a:lnTo>
                  <a:lnTo>
                    <a:pt x="20281" y="1247"/>
                  </a:lnTo>
                  <a:cubicBezTo>
                    <a:pt x="20281" y="583"/>
                    <a:pt x="19917" y="0"/>
                    <a:pt x="19452"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2" name="Google Shape;452;p36"/>
          <p:cNvSpPr txBox="1"/>
          <p:nvPr>
            <p:ph type="title"/>
          </p:nvPr>
        </p:nvSpPr>
        <p:spPr>
          <a:xfrm>
            <a:off x="3034705" y="863263"/>
            <a:ext cx="3074590" cy="367051"/>
          </a:xfrm>
          <a:prstGeom prst="rect">
            <a:avLst/>
          </a:prstGeom>
        </p:spPr>
        <p:txBody>
          <a:bodyPr/>
          <a:lstStyle>
            <a:lvl1pPr defTabSz="512063">
              <a:defRPr sz="1232"/>
            </a:lvl1pPr>
          </a:lstStyle>
          <a:p>
            <a:pPr/>
            <a:r>
              <a:t>Déclaration de fork(2)</a:t>
            </a:r>
          </a:p>
        </p:txBody>
      </p:sp>
      <p:sp>
        <p:nvSpPr>
          <p:cNvPr id="493" name="Google Shape;453;p36"/>
          <p:cNvSpPr txBox="1"/>
          <p:nvPr>
            <p:ph type="body" sz="quarter" idx="1"/>
          </p:nvPr>
        </p:nvSpPr>
        <p:spPr>
          <a:xfrm>
            <a:off x="3034705" y="1760675"/>
            <a:ext cx="3074590" cy="2257626"/>
          </a:xfrm>
          <a:prstGeom prst="rect">
            <a:avLst/>
          </a:prstGeom>
        </p:spPr>
        <p:txBody>
          <a:bodyPr/>
          <a:lstStyle/>
          <a:p>
            <a:pPr indent="0"/>
            <a:r>
              <a:t>#include &lt;unistd.h&gt;</a:t>
            </a:r>
          </a:p>
          <a:p>
            <a:pPr indent="0"/>
          </a:p>
          <a:p>
            <a:pPr indent="0"/>
            <a:r>
              <a:t>pid_t fork(void);</a:t>
            </a:r>
          </a:p>
          <a:p>
            <a:pPr indent="0"/>
          </a:p>
          <a:p>
            <a:pPr indent="0"/>
          </a:p>
          <a:p>
            <a:pPr indent="0"/>
            <a:r>
              <a:t>(pid_t n’a pas besoin de cast pour être utilisé comme un int)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5" name="Google Shape;361;p30"/>
          <p:cNvSpPr txBox="1"/>
          <p:nvPr>
            <p:ph type="body" sz="half" idx="1"/>
          </p:nvPr>
        </p:nvSpPr>
        <p:spPr>
          <a:xfrm>
            <a:off x="363435" y="1756649"/>
            <a:ext cx="6915254" cy="2674199"/>
          </a:xfrm>
          <a:prstGeom prst="rect">
            <a:avLst/>
          </a:prstGeom>
        </p:spPr>
        <p:txBody>
          <a:bodyPr/>
          <a:lstStyle/>
          <a:p>
            <a:pPr marL="0" indent="109220" defTabSz="786384">
              <a:buSzTx/>
              <a:buNone/>
              <a:defRPr sz="1548"/>
            </a:pPr>
            <a:r>
              <a:t>Linux -&gt; fork() = utilisation d’un mécanisme de copie en écriture -&gt; seuls </a:t>
            </a:r>
            <a:r>
              <a:rPr u="sng"/>
              <a:t>coûts</a:t>
            </a:r>
            <a:r>
              <a:t> = le </a:t>
            </a:r>
            <a:r>
              <a:rPr u="sng"/>
              <a:t>temps</a:t>
            </a:r>
            <a:r>
              <a:t> et la mémoire nécessaire pour dupliquer la </a:t>
            </a:r>
            <a:r>
              <a:rPr u="sng"/>
              <a:t>table des pages</a:t>
            </a:r>
            <a:r>
              <a:t> du père + créer </a:t>
            </a:r>
            <a:r>
              <a:rPr u="sng"/>
              <a:t>structure de tâche</a:t>
            </a:r>
            <a:r>
              <a:t> pour le fils.</a:t>
            </a:r>
          </a:p>
          <a:p>
            <a:pPr marL="0" indent="109220" defTabSz="786384">
              <a:buSzTx/>
              <a:buNone/>
              <a:defRPr sz="1548"/>
            </a:pPr>
            <a:r>
              <a:t>Jadis, fork() copiait aussi directement l’entièreté de l’espace d’adressage. Inutile car fils -&gt; exec().</a:t>
            </a:r>
          </a:p>
          <a:p>
            <a:pPr marL="0" indent="109220" defTabSz="786384">
              <a:buSzTx/>
              <a:buNone/>
              <a:defRPr sz="1548"/>
            </a:pPr>
          </a:p>
          <a:p>
            <a:pPr marL="0" indent="109220" defTabSz="786384">
              <a:buSzTx/>
              <a:buNone/>
              <a:defRPr sz="1548"/>
            </a:pPr>
            <a:r>
              <a:t>return int -&gt; aussi utilisée pour ≠ père - fils</a:t>
            </a:r>
          </a:p>
          <a:p>
            <a:pPr marL="0" indent="109220" defTabSz="786384">
              <a:buSzTx/>
              <a:buNone/>
              <a:defRPr sz="1548"/>
            </a:pPr>
          </a:p>
          <a:p>
            <a:pPr marL="0" indent="109220" defTabSz="786384">
              <a:buSzTx/>
              <a:buNone/>
              <a:defRPr sz="1548"/>
            </a:pPr>
            <a:r>
              <a:t>Un fils peut se terminer de plusieurs manières.</a:t>
            </a:r>
          </a:p>
          <a:p>
            <a:pPr marL="0" indent="109220" defTabSz="786384">
              <a:buSzTx/>
              <a:buNone/>
              <a:defRPr sz="1548"/>
            </a:pPr>
            <a:r>
              <a:t>Fils peut pas devenir zombie 🧟‍♂️😵 -&gt; il utilise pid_t wait(int *ptr_state).</a:t>
            </a:r>
          </a:p>
        </p:txBody>
      </p:sp>
      <p:sp>
        <p:nvSpPr>
          <p:cNvPr id="496" name="Google Shape;362;p30"/>
          <p:cNvSpPr txBox="1"/>
          <p:nvPr>
            <p:ph type="title"/>
          </p:nvPr>
        </p:nvSpPr>
        <p:spPr>
          <a:xfrm>
            <a:off x="544950" y="485700"/>
            <a:ext cx="5614550" cy="669001"/>
          </a:xfrm>
          <a:prstGeom prst="rect">
            <a:avLst/>
          </a:prstGeom>
        </p:spPr>
        <p:txBody>
          <a:bodyPr/>
          <a:lstStyle/>
          <a:p>
            <a:pPr/>
            <a:r>
              <a:t>Fonctionnement</a:t>
            </a:r>
          </a:p>
        </p:txBody>
      </p:sp>
      <p:sp>
        <p:nvSpPr>
          <p:cNvPr id="497"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9" name="Google Shape;361;p30"/>
          <p:cNvSpPr txBox="1"/>
          <p:nvPr>
            <p:ph type="body" sz="half" idx="1"/>
          </p:nvPr>
        </p:nvSpPr>
        <p:spPr>
          <a:xfrm>
            <a:off x="141185" y="3063505"/>
            <a:ext cx="6915254" cy="2130901"/>
          </a:xfrm>
          <a:prstGeom prst="rect">
            <a:avLst/>
          </a:prstGeom>
        </p:spPr>
        <p:txBody>
          <a:bodyPr/>
          <a:lstStyle/>
          <a:p>
            <a:pPr marL="411479" indent="-297179" defTabSz="822959">
              <a:buSzPts val="1600"/>
              <a:buFont typeface="Arial"/>
              <a:buChar char="•"/>
              <a:defRPr sz="1619"/>
            </a:pPr>
            <a:r>
              <a:t>L’enfant a son propre ID de processus unique, et ce PID est unique</a:t>
            </a:r>
          </a:p>
          <a:p>
            <a:pPr marL="411479" indent="-297179" defTabSz="822959">
              <a:buSzPts val="1600"/>
              <a:buFont typeface="Arial"/>
              <a:buChar char="•"/>
              <a:defRPr sz="1619"/>
            </a:pPr>
            <a:r>
              <a:t>L’enfant n’hérite pas des threads de son père et n’en crée pas de nouveaux. (’cat /proc/$PID/status’ -&gt; section ’Threads’ ou ’Thr’)</a:t>
            </a:r>
          </a:p>
          <a:p>
            <a:pPr marL="411479" indent="-297179" defTabSz="822959">
              <a:buSzPts val="1600"/>
              <a:buFont typeface="Arial"/>
              <a:buChar char="•"/>
              <a:defRPr sz="1619"/>
            </a:pPr>
            <a:r>
              <a:t>L’enfant n’hérite pas des verrous de mémoire de son parent</a:t>
            </a:r>
          </a:p>
          <a:p>
            <a:pPr marL="411479" indent="-297179" defTabSz="822959">
              <a:buSzPts val="1600"/>
              <a:buFont typeface="Arial"/>
              <a:buChar char="•"/>
              <a:defRPr sz="1619"/>
            </a:pPr>
            <a:r>
              <a:t>La table des signaux est remise à 0 pour l’enfant : ceci peut être faux en fonction de l’environnement (sur PopOS, MacOS ARM, MacOS Intel, machine virtuelle sur Mac,..., la table des signaux n’est pas remise à 0).</a:t>
            </a:r>
          </a:p>
        </p:txBody>
      </p:sp>
      <p:sp>
        <p:nvSpPr>
          <p:cNvPr id="500" name="Google Shape;362;p30"/>
          <p:cNvSpPr txBox="1"/>
          <p:nvPr>
            <p:ph type="title"/>
          </p:nvPr>
        </p:nvSpPr>
        <p:spPr>
          <a:xfrm>
            <a:off x="0" y="2571749"/>
            <a:ext cx="8937626" cy="669002"/>
          </a:xfrm>
          <a:prstGeom prst="rect">
            <a:avLst/>
          </a:prstGeom>
        </p:spPr>
        <p:txBody>
          <a:bodyPr/>
          <a:lstStyle>
            <a:lvl1pPr defTabSz="667512">
              <a:defRPr sz="2190"/>
            </a:lvl1pPr>
          </a:lstStyle>
          <a:p>
            <a:pPr/>
            <a:r>
              <a:t>Copie presqu’exacte du père sauf pour notamment ces éléments :</a:t>
            </a:r>
          </a:p>
        </p:txBody>
      </p:sp>
      <p:sp>
        <p:nvSpPr>
          <p:cNvPr id="501"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504" name="Google Shape;452;p36"/>
          <p:cNvGrpSpPr/>
          <p:nvPr/>
        </p:nvGrpSpPr>
        <p:grpSpPr>
          <a:xfrm>
            <a:off x="3124749" y="88037"/>
            <a:ext cx="2688126" cy="538300"/>
            <a:chOff x="0" y="0"/>
            <a:chExt cx="2688125" cy="538299"/>
          </a:xfrm>
        </p:grpSpPr>
        <p:sp>
          <p:nvSpPr>
            <p:cNvPr id="502" name="Rectangle"/>
            <p:cNvSpPr/>
            <p:nvPr/>
          </p:nvSpPr>
          <p:spPr>
            <a:xfrm>
              <a:off x="-1" y="0"/>
              <a:ext cx="2688127" cy="53830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503" name="Particularités"/>
            <p:cNvSpPr txBox="1"/>
            <p:nvPr/>
          </p:nvSpPr>
          <p:spPr>
            <a:xfrm>
              <a:off x="-1" y="12625"/>
              <a:ext cx="2688127" cy="5130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b="1" sz="2200">
                  <a:latin typeface="Overpass Mono"/>
                  <a:ea typeface="Overpass Mono"/>
                  <a:cs typeface="Overpass Mono"/>
                  <a:sym typeface="Overpass Mono"/>
                </a:defRPr>
              </a:lvl1pPr>
            </a:lstStyle>
            <a:p>
              <a:pPr/>
              <a:r>
                <a:t>Particularités</a:t>
              </a:r>
            </a:p>
          </p:txBody>
        </p:sp>
      </p:grpSp>
      <p:sp>
        <p:nvSpPr>
          <p:cNvPr id="505" name="Google Shape;362;p30"/>
          <p:cNvSpPr txBox="1"/>
          <p:nvPr/>
        </p:nvSpPr>
        <p:spPr>
          <a:xfrm>
            <a:off x="0" y="991763"/>
            <a:ext cx="5614550" cy="6400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3000">
                <a:solidFill>
                  <a:schemeClr val="accent2"/>
                </a:solidFill>
                <a:latin typeface="Overpass Mono"/>
                <a:ea typeface="Overpass Mono"/>
                <a:cs typeface="Overpass Mono"/>
                <a:sym typeface="Overpass Mono"/>
              </a:defRPr>
            </a:lvl1pPr>
          </a:lstStyle>
          <a:p>
            <a:pPr/>
            <a:r>
              <a:t>Espace d’adressage dupliqué</a:t>
            </a:r>
          </a:p>
        </p:txBody>
      </p:sp>
      <p:sp>
        <p:nvSpPr>
          <p:cNvPr id="506" name="Google Shape;361;p30"/>
          <p:cNvSpPr txBox="1"/>
          <p:nvPr/>
        </p:nvSpPr>
        <p:spPr>
          <a:xfrm>
            <a:off x="141185" y="1660762"/>
            <a:ext cx="6915254" cy="678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marL="457200" indent="-330200">
              <a:buClr>
                <a:srgbClr val="FFFFFF"/>
              </a:buClr>
              <a:buSzPts val="1600"/>
              <a:buFont typeface="Arial"/>
              <a:buChar char="•"/>
            </a:pPr>
            <a:r>
              <a:t>Uniquement lors de sa première </a:t>
            </a:r>
            <a:r>
              <a:rPr>
                <a:latin typeface="Charter Roman"/>
                <a:ea typeface="Charter Roman"/>
                <a:cs typeface="Charter Roman"/>
                <a:sym typeface="Charter Roman"/>
              </a:rPr>
              <a:t>modification</a:t>
            </a:r>
            <a:endParaRPr>
              <a:latin typeface="Anaheim"/>
              <a:ea typeface="Anaheim"/>
              <a:cs typeface="Anaheim"/>
              <a:sym typeface="Anaheim"/>
            </a:endParaRPr>
          </a:p>
          <a:p>
            <a:pPr marL="457200" indent="-330200">
              <a:buClr>
                <a:srgbClr val="FFFFFF"/>
              </a:buClr>
              <a:buSzPts val="1600"/>
              <a:buFont typeface="Arial"/>
              <a:buChar char="•"/>
            </a:pPr>
            <a:r>
              <a:t>Grâce à la méthode COW (Copy-On-Write) depuis récemment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8"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511" name="Google Shape;452;p36"/>
          <p:cNvGrpSpPr/>
          <p:nvPr/>
        </p:nvGrpSpPr>
        <p:grpSpPr>
          <a:xfrm>
            <a:off x="3124749" y="88037"/>
            <a:ext cx="2688126" cy="538300"/>
            <a:chOff x="0" y="0"/>
            <a:chExt cx="2688125" cy="538299"/>
          </a:xfrm>
        </p:grpSpPr>
        <p:sp>
          <p:nvSpPr>
            <p:cNvPr id="509" name="Rectangle"/>
            <p:cNvSpPr/>
            <p:nvPr/>
          </p:nvSpPr>
          <p:spPr>
            <a:xfrm>
              <a:off x="-1" y="0"/>
              <a:ext cx="2688127" cy="53830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510" name="COW"/>
            <p:cNvSpPr txBox="1"/>
            <p:nvPr/>
          </p:nvSpPr>
          <p:spPr>
            <a:xfrm>
              <a:off x="-1" y="12625"/>
              <a:ext cx="2688127" cy="5130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b="1" sz="2200">
                  <a:latin typeface="Overpass Mono"/>
                  <a:ea typeface="Overpass Mono"/>
                  <a:cs typeface="Overpass Mono"/>
                  <a:sym typeface="Overpass Mono"/>
                </a:defRPr>
              </a:lvl1pPr>
            </a:lstStyle>
            <a:p>
              <a:pPr/>
              <a:r>
                <a:t>COW</a:t>
              </a:r>
            </a:p>
          </p:txBody>
        </p:sp>
      </p:grpSp>
      <p:sp>
        <p:nvSpPr>
          <p:cNvPr id="512" name="Google Shape;362;p30"/>
          <p:cNvSpPr txBox="1"/>
          <p:nvPr/>
        </p:nvSpPr>
        <p:spPr>
          <a:xfrm>
            <a:off x="0" y="684165"/>
            <a:ext cx="5614550" cy="6400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3000">
                <a:solidFill>
                  <a:schemeClr val="accent2"/>
                </a:solidFill>
                <a:latin typeface="Overpass Mono"/>
                <a:ea typeface="Overpass Mono"/>
                <a:cs typeface="Overpass Mono"/>
                <a:sym typeface="Overpass Mono"/>
              </a:defRPr>
            </a:lvl1pPr>
          </a:lstStyle>
          <a:p>
            <a:pPr/>
            <a:r>
              <a:t>COPY-ON-WRITE</a:t>
            </a:r>
          </a:p>
        </p:txBody>
      </p:sp>
      <p:sp>
        <p:nvSpPr>
          <p:cNvPr id="513" name="Google Shape;361;p30"/>
          <p:cNvSpPr txBox="1"/>
          <p:nvPr/>
        </p:nvSpPr>
        <p:spPr>
          <a:xfrm>
            <a:off x="77685" y="1133967"/>
            <a:ext cx="8471004" cy="313052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marL="457200" indent="-330200">
              <a:buClr>
                <a:srgbClr val="FFFFFF"/>
              </a:buClr>
              <a:buSzPts val="1600"/>
              <a:buFont typeface="Arial"/>
              <a:buChar char="•"/>
            </a:pPr>
            <a:r>
              <a:t>Aucune modif de mémoire et exécution immédiate d’un nouveau processus, remplaçant espace d’adressage -&gt; inutile de copier toute la mémoire du processus -&gt; COW utilisée</a:t>
            </a:r>
            <a:endParaRPr>
              <a:latin typeface="Charter Roman"/>
              <a:ea typeface="Charter Roman"/>
              <a:cs typeface="Charter Roman"/>
              <a:sym typeface="Charter Roman"/>
            </a:endParaRPr>
          </a:p>
          <a:p>
            <a:pPr marL="457200" indent="-330200">
              <a:buClr>
                <a:srgbClr val="FFFFFF"/>
              </a:buClr>
              <a:buSzPts val="1600"/>
              <a:buFont typeface="Arial"/>
              <a:buChar char="•"/>
            </a:pPr>
            <a:r>
              <a:t>Mise en œuvre efficace :</a:t>
            </a:r>
            <a:endParaRPr>
              <a:latin typeface="Anaheim"/>
              <a:ea typeface="Anaheim"/>
              <a:cs typeface="Anaheim"/>
              <a:sym typeface="Anaheim"/>
            </a:endParaRPr>
          </a:p>
          <a:p>
            <a:pPr lvl="1" marL="914400" indent="-330200">
              <a:lnSpc>
                <a:spcPct val="115000"/>
              </a:lnSpc>
              <a:buClr>
                <a:srgbClr val="FFFFFF"/>
              </a:buClr>
              <a:buSzPts val="1600"/>
              <a:buFont typeface="Arial"/>
              <a:buChar char="•"/>
            </a:pPr>
            <a:r>
              <a:t>En utilisant la table des pages en marquant certaines pages de mémoire comme étant en lecture seule et en comptant le nombre de références à la page.</a:t>
            </a:r>
          </a:p>
          <a:p>
            <a:pPr lvl="1" marL="914400" indent="-330200">
              <a:lnSpc>
                <a:spcPct val="115000"/>
              </a:lnSpc>
              <a:buClr>
                <a:srgbClr val="FFFFFF"/>
              </a:buClr>
              <a:buSzPts val="1600"/>
              <a:buFont typeface="Arial"/>
              <a:buChar char="•"/>
            </a:pPr>
            <a:r>
              <a:t>Lorsque des données sont écrites sur ces pages, le noyau intercepte la tentative d’écriture et alloue une NOUVELLE PAGE physique initialisée avec les données de COW, bien que la réallocation puisse être ignorée s’il n’y a qu’une seule référence. Noyau update ensuite table des pages avec nouvelle page, décrémente le nombre de</a:t>
            </a:r>
            <a:r>
              <a:rPr>
                <a:latin typeface="Charter Roman"/>
                <a:ea typeface="Charter Roman"/>
                <a:cs typeface="Charter Roman"/>
                <a:sym typeface="Charter Roman"/>
              </a:rPr>
              <a:t> </a:t>
            </a:r>
            <a:r>
              <a:t>références et effectue l’écriture. Ce chgmnt pas visible par un ô process.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5" name="Google Shape;452;p36"/>
          <p:cNvSpPr txBox="1"/>
          <p:nvPr>
            <p:ph type="title"/>
          </p:nvPr>
        </p:nvSpPr>
        <p:spPr>
          <a:xfrm>
            <a:off x="3227787" y="934700"/>
            <a:ext cx="2688126" cy="538301"/>
          </a:xfrm>
          <a:prstGeom prst="rect">
            <a:avLst/>
          </a:prstGeom>
        </p:spPr>
        <p:txBody>
          <a:bodyPr/>
          <a:lstStyle>
            <a:lvl1pPr defTabSz="813816">
              <a:defRPr sz="1958"/>
            </a:lvl1pPr>
          </a:lstStyle>
          <a:p>
            <a:pPr/>
            <a:r>
              <a:t>Problèmes éventuels</a:t>
            </a:r>
          </a:p>
        </p:txBody>
      </p:sp>
      <p:sp>
        <p:nvSpPr>
          <p:cNvPr id="516" name="Google Shape;453;p36"/>
          <p:cNvSpPr txBox="1"/>
          <p:nvPr>
            <p:ph type="body" sz="half" idx="1"/>
          </p:nvPr>
        </p:nvSpPr>
        <p:spPr>
          <a:xfrm>
            <a:off x="1874367" y="1951175"/>
            <a:ext cx="5394963" cy="2257626"/>
          </a:xfrm>
          <a:prstGeom prst="rect">
            <a:avLst/>
          </a:prstGeom>
        </p:spPr>
        <p:txBody>
          <a:bodyPr/>
          <a:lstStyle/>
          <a:p>
            <a:pPr indent="0" defTabSz="704087">
              <a:defRPr sz="1232"/>
            </a:pPr>
            <a:r>
              <a:t>Au vu du fait que fork duplique l’espace d’adressage et d’autres fonctionnement du</a:t>
            </a:r>
          </a:p>
          <a:p>
            <a:pPr indent="0" defTabSz="704087">
              <a:defRPr sz="1232"/>
            </a:pPr>
            <a:r>
              <a:t>parent, cela peut vite remplir la mémoire, ralentir l’ordinateur</a:t>
            </a:r>
          </a:p>
          <a:p>
            <a:pPr indent="0" defTabSz="704087">
              <a:defRPr sz="1232"/>
            </a:pPr>
            <a:r>
              <a:t>et empêcher la création de nouveaux processus.</a:t>
            </a:r>
          </a:p>
          <a:p>
            <a:pPr indent="0" defTabSz="704087">
              <a:defRPr sz="1232"/>
            </a:pPr>
          </a:p>
          <a:p>
            <a:pPr indent="97789" algn="ctr" defTabSz="704087">
              <a:buClr>
                <a:srgbClr val="FFFFFF"/>
              </a:buClr>
              <a:buFont typeface="Helvetica"/>
              <a:defRPr sz="1386">
                <a:latin typeface="XCharter"/>
                <a:ea typeface="XCharter"/>
                <a:cs typeface="XCharter"/>
                <a:sym typeface="XCharter"/>
              </a:defRPr>
            </a:pPr>
            <a:r>
              <a:t>Lors de son implémentation, fork() n’était pas utilisable par les développeurs. Depuis que les développeurs d’Unix l’ont ouvert au user-land (pour que les développeurs puissent l’utiliser dans leurs logiciels), cela a permis de développer des logiciels qui fonctionnent sur plusieurs process et non sur un seul et même process. </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8" name="Google Shape;452;p36"/>
          <p:cNvSpPr txBox="1"/>
          <p:nvPr>
            <p:ph type="title"/>
          </p:nvPr>
        </p:nvSpPr>
        <p:spPr>
          <a:xfrm>
            <a:off x="3227787" y="934700"/>
            <a:ext cx="2688126" cy="538301"/>
          </a:xfrm>
          <a:prstGeom prst="rect">
            <a:avLst/>
          </a:prstGeom>
        </p:spPr>
        <p:txBody>
          <a:bodyPr/>
          <a:lstStyle/>
          <a:p>
            <a:pPr/>
            <a:r>
              <a:t>Suppléments</a:t>
            </a:r>
          </a:p>
        </p:txBody>
      </p:sp>
      <p:sp>
        <p:nvSpPr>
          <p:cNvPr id="519" name="Google Shape;453;p36"/>
          <p:cNvSpPr txBox="1"/>
          <p:nvPr>
            <p:ph type="body" sz="half" idx="1"/>
          </p:nvPr>
        </p:nvSpPr>
        <p:spPr>
          <a:xfrm>
            <a:off x="1874367" y="1951175"/>
            <a:ext cx="5394963" cy="2257626"/>
          </a:xfrm>
          <a:prstGeom prst="rect">
            <a:avLst/>
          </a:prstGeom>
        </p:spPr>
        <p:txBody>
          <a:bodyPr/>
          <a:lstStyle/>
          <a:p>
            <a:pPr indent="0"/>
            <a:r>
              <a:t>fork1(), forkall(), forkx(), forkallx() acceptent un argument flags composé d’un OU inclusif au niveau du bit de zéro ou plusieurs des drapeaux suivants, qui sont définis dans l’en-tête sys/fork.h </a:t>
            </a:r>
          </a:p>
          <a:p>
            <a:pPr indent="0"/>
            <a:r>
              <a:t>Si l’argument ‘flag’ est 0, forkx() est identique à fork() et forkallx() est identique à forkall().</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1" name="Google Shape;507;p38"/>
          <p:cNvSpPr txBox="1"/>
          <p:nvPr>
            <p:ph type="title"/>
          </p:nvPr>
        </p:nvSpPr>
        <p:spPr>
          <a:xfrm>
            <a:off x="311699" y="1847849"/>
            <a:ext cx="8520602" cy="1382702"/>
          </a:xfrm>
          <a:prstGeom prst="rect">
            <a:avLst/>
          </a:prstGeom>
        </p:spPr>
        <p:txBody>
          <a:bodyPr/>
          <a:lstStyle>
            <a:lvl1pPr defTabSz="667512">
              <a:defRPr sz="9125"/>
            </a:lvl1pPr>
          </a:lstStyle>
          <a:p>
            <a:pPr/>
            <a:r>
              <a:t>Code</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3" name="Google Shape;386;p34"/>
          <p:cNvSpPr txBox="1"/>
          <p:nvPr>
            <p:ph type="title"/>
          </p:nvPr>
        </p:nvSpPr>
        <p:spPr>
          <a:xfrm>
            <a:off x="1278049" y="343200"/>
            <a:ext cx="6588002" cy="669001"/>
          </a:xfrm>
          <a:prstGeom prst="rect">
            <a:avLst/>
          </a:prstGeom>
        </p:spPr>
        <p:txBody>
          <a:bodyPr lIns="91424" tIns="91424" rIns="91424" bIns="91424" anchor="t"/>
          <a:lstStyle>
            <a:lvl1pPr algn="ctr">
              <a:defRPr sz="3000">
                <a:solidFill>
                  <a:schemeClr val="accent2"/>
                </a:solidFill>
              </a:defRPr>
            </a:lvl1pPr>
          </a:lstStyle>
          <a:p>
            <a:pPr/>
            <a:r>
              <a:t>vfork()</a:t>
            </a:r>
          </a:p>
        </p:txBody>
      </p:sp>
      <p:sp>
        <p:nvSpPr>
          <p:cNvPr id="524" name="Google Shape;387;p34"/>
          <p:cNvSpPr/>
          <p:nvPr/>
        </p:nvSpPr>
        <p:spPr>
          <a:xfrm flipH="1">
            <a:off x="7903723" y="1829924"/>
            <a:ext cx="407859" cy="1796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25" name="Google Shape;388;p34"/>
          <p:cNvSpPr/>
          <p:nvPr/>
        </p:nvSpPr>
        <p:spPr>
          <a:xfrm flipH="1">
            <a:off x="1187625" y="3498426"/>
            <a:ext cx="218363" cy="1795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26" name="Google Shape;389;p34"/>
          <p:cNvSpPr/>
          <p:nvPr/>
        </p:nvSpPr>
        <p:spPr>
          <a:xfrm flipH="1">
            <a:off x="1082120" y="2126826"/>
            <a:ext cx="323907"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27" name="Google Shape;390;p34"/>
          <p:cNvSpPr/>
          <p:nvPr/>
        </p:nvSpPr>
        <p:spPr>
          <a:xfrm>
            <a:off x="7737379" y="3498426"/>
            <a:ext cx="407812" cy="1795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28" name="Google Shape;391;p34"/>
          <p:cNvSpPr/>
          <p:nvPr/>
        </p:nvSpPr>
        <p:spPr>
          <a:xfrm flipH="1">
            <a:off x="7734274" y="2126826"/>
            <a:ext cx="218405"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29" name="Google Shape;392;p34"/>
          <p:cNvSpPr/>
          <p:nvPr/>
        </p:nvSpPr>
        <p:spPr>
          <a:xfrm flipH="1">
            <a:off x="637061" y="2424551"/>
            <a:ext cx="471451" cy="17877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30" name="Google Shape;393;p34"/>
          <p:cNvSpPr/>
          <p:nvPr/>
        </p:nvSpPr>
        <p:spPr>
          <a:xfrm flipH="1" rot="16200000">
            <a:off x="1333499" y="1829924"/>
            <a:ext cx="773402" cy="773401"/>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31" name="Google Shape;394;p34"/>
          <p:cNvSpPr txBox="1"/>
          <p:nvPr/>
        </p:nvSpPr>
        <p:spPr>
          <a:xfrm>
            <a:off x="2357433" y="1775349"/>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defRPr b="1" sz="2200">
                <a:latin typeface="Overpass Mono"/>
                <a:ea typeface="Overpass Mono"/>
                <a:cs typeface="Overpass Mono"/>
                <a:sym typeface="Overpass Mono"/>
              </a:defRPr>
            </a:lvl1pPr>
          </a:lstStyle>
          <a:p>
            <a:pPr/>
            <a:r>
              <a:t>Qu’est-ce</a:t>
            </a:r>
          </a:p>
        </p:txBody>
      </p:sp>
      <p:sp>
        <p:nvSpPr>
          <p:cNvPr id="532" name="Google Shape;395;p34"/>
          <p:cNvSpPr txBox="1"/>
          <p:nvPr/>
        </p:nvSpPr>
        <p:spPr>
          <a:xfrm>
            <a:off x="4805612" y="1775427"/>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latin typeface="Overpass Mono"/>
                <a:ea typeface="Overpass Mono"/>
                <a:cs typeface="Overpass Mono"/>
                <a:sym typeface="Overpass Mono"/>
              </a:defRPr>
            </a:lvl1pPr>
          </a:lstStyle>
          <a:p>
            <a:pPr/>
            <a:r>
              <a:t>Historique</a:t>
            </a:r>
          </a:p>
        </p:txBody>
      </p:sp>
      <p:sp>
        <p:nvSpPr>
          <p:cNvPr id="533" name="Google Shape;396;p34"/>
          <p:cNvSpPr txBox="1"/>
          <p:nvPr>
            <p:ph type="body" sz="quarter" idx="1"/>
          </p:nvPr>
        </p:nvSpPr>
        <p:spPr>
          <a:xfrm>
            <a:off x="4480332" y="2208198"/>
            <a:ext cx="2397744" cy="460813"/>
          </a:xfrm>
          <a:prstGeom prst="rect">
            <a:avLst/>
          </a:prstGeom>
        </p:spPr>
        <p:txBody>
          <a:bodyPr/>
          <a:lstStyle/>
          <a:p>
            <a:pPr marL="0" indent="0" defTabSz="704087">
              <a:defRPr sz="1078"/>
            </a:pPr>
            <a:r>
              <a:t>Linux : =fork j-&gt; noyau 2.2.0-pre-</a:t>
            </a:r>
          </a:p>
          <a:p>
            <a:pPr marL="0" indent="0" defTabSz="704087">
              <a:defRPr sz="1078"/>
            </a:pPr>
            <a:r>
              <a:t>2003 avec BSD3.0</a:t>
            </a:r>
          </a:p>
          <a:p>
            <a:pPr marL="0" indent="0" defTabSz="704087">
              <a:defRPr sz="1078"/>
            </a:pPr>
            <a:r>
              <a:t>BSD4.4  : synonyme fork()</a:t>
            </a:r>
          </a:p>
        </p:txBody>
      </p:sp>
      <p:sp>
        <p:nvSpPr>
          <p:cNvPr id="534" name="Google Shape;397;p34"/>
          <p:cNvSpPr txBox="1"/>
          <p:nvPr/>
        </p:nvSpPr>
        <p:spPr>
          <a:xfrm>
            <a:off x="2357426" y="3155675"/>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850391">
              <a:defRPr b="1" sz="2046">
                <a:latin typeface="Overpass Mono"/>
                <a:ea typeface="Overpass Mono"/>
                <a:cs typeface="Overpass Mono"/>
                <a:sym typeface="Overpass Mono"/>
              </a:defRPr>
            </a:lvl1pPr>
          </a:lstStyle>
          <a:p>
            <a:pPr/>
            <a:r>
              <a:t>Valeur de retour</a:t>
            </a:r>
          </a:p>
        </p:txBody>
      </p:sp>
      <p:sp>
        <p:nvSpPr>
          <p:cNvPr id="535" name="Google Shape;398;p34"/>
          <p:cNvSpPr txBox="1"/>
          <p:nvPr/>
        </p:nvSpPr>
        <p:spPr>
          <a:xfrm>
            <a:off x="2357425" y="3585924"/>
            <a:ext cx="1981051" cy="32167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defTabSz="612648">
              <a:defRPr sz="1072">
                <a:latin typeface="Anaheim"/>
                <a:ea typeface="Anaheim"/>
                <a:cs typeface="Anaheim"/>
                <a:sym typeface="Anaheim"/>
              </a:defRPr>
            </a:pPr>
            <a:r>
              <a:t>pid_t</a:t>
            </a:r>
          </a:p>
          <a:p>
            <a:pPr defTabSz="612648">
              <a:defRPr sz="1072">
                <a:latin typeface="Anaheim"/>
                <a:ea typeface="Anaheim"/>
                <a:cs typeface="Anaheim"/>
                <a:sym typeface="Anaheim"/>
              </a:defRPr>
            </a:pPr>
            <a:r>
              <a:t>_1, 0 ou PID du fils</a:t>
            </a:r>
          </a:p>
        </p:txBody>
      </p:sp>
      <p:sp>
        <p:nvSpPr>
          <p:cNvPr id="536" name="Google Shape;399;p34"/>
          <p:cNvSpPr txBox="1"/>
          <p:nvPr/>
        </p:nvSpPr>
        <p:spPr>
          <a:xfrm>
            <a:off x="4805624" y="3155754"/>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latin typeface="Overpass Mono"/>
                <a:ea typeface="Overpass Mono"/>
                <a:cs typeface="Overpass Mono"/>
                <a:sym typeface="Overpass Mono"/>
              </a:defRPr>
            </a:lvl1pPr>
          </a:lstStyle>
          <a:p>
            <a:pPr/>
            <a:r>
              <a:t>Particularités</a:t>
            </a:r>
          </a:p>
        </p:txBody>
      </p:sp>
      <p:sp>
        <p:nvSpPr>
          <p:cNvPr id="537" name="Google Shape;400;p34"/>
          <p:cNvSpPr txBox="1"/>
          <p:nvPr/>
        </p:nvSpPr>
        <p:spPr>
          <a:xfrm>
            <a:off x="4471368" y="3623259"/>
            <a:ext cx="2315283" cy="3258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gn="r" defTabSz="612648">
              <a:defRPr sz="1072">
                <a:latin typeface="Anaheim"/>
                <a:ea typeface="Anaheim"/>
                <a:cs typeface="Anaheim"/>
                <a:sym typeface="Anaheim"/>
              </a:defRPr>
            </a:pPr>
            <a:r>
              <a:t>Fils = même mémoire que père</a:t>
            </a:r>
          </a:p>
          <a:p>
            <a:pPr algn="r" defTabSz="612648">
              <a:defRPr sz="1072">
                <a:latin typeface="Anaheim"/>
                <a:ea typeface="Anaheim"/>
                <a:cs typeface="Anaheim"/>
                <a:sym typeface="Anaheim"/>
              </a:defRPr>
            </a:pPr>
            <a:r>
              <a:t>Père en pause</a:t>
            </a:r>
          </a:p>
        </p:txBody>
      </p:sp>
      <p:sp>
        <p:nvSpPr>
          <p:cNvPr id="538" name="Google Shape;401;p34"/>
          <p:cNvSpPr/>
          <p:nvPr/>
        </p:nvSpPr>
        <p:spPr>
          <a:xfrm>
            <a:off x="7019924" y="1829924"/>
            <a:ext cx="773402" cy="773401"/>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39" name="Google Shape;402;p34"/>
          <p:cNvSpPr/>
          <p:nvPr/>
        </p:nvSpPr>
        <p:spPr>
          <a:xfrm flipH="1" rot="10800000">
            <a:off x="1333499" y="3201524"/>
            <a:ext cx="773402" cy="773401"/>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0" name="Google Shape;403;p34"/>
          <p:cNvSpPr/>
          <p:nvPr/>
        </p:nvSpPr>
        <p:spPr>
          <a:xfrm>
            <a:off x="7935195" y="3200674"/>
            <a:ext cx="471464" cy="179699"/>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1" name="Google Shape;404;p34"/>
          <p:cNvSpPr/>
          <p:nvPr/>
        </p:nvSpPr>
        <p:spPr>
          <a:xfrm>
            <a:off x="8250834" y="3498425"/>
            <a:ext cx="377598"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2" name="Google Shape;405;p34"/>
          <p:cNvSpPr/>
          <p:nvPr/>
        </p:nvSpPr>
        <p:spPr>
          <a:xfrm>
            <a:off x="7949949" y="3796151"/>
            <a:ext cx="300884" cy="17877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3" name="Google Shape;406;p34"/>
          <p:cNvSpPr/>
          <p:nvPr/>
        </p:nvSpPr>
        <p:spPr>
          <a:xfrm rot="5400000">
            <a:off x="7019924" y="3201524"/>
            <a:ext cx="773401" cy="773401"/>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4" name="Google Shape;407;p34"/>
          <p:cNvSpPr/>
          <p:nvPr/>
        </p:nvSpPr>
        <p:spPr>
          <a:xfrm flipH="1">
            <a:off x="728558" y="3201524"/>
            <a:ext cx="488820" cy="17969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5" name="Google Shape;408;p34"/>
          <p:cNvSpPr/>
          <p:nvPr/>
        </p:nvSpPr>
        <p:spPr>
          <a:xfrm flipH="1">
            <a:off x="514320" y="3498426"/>
            <a:ext cx="570155"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6" name="Google Shape;409;p34"/>
          <p:cNvSpPr/>
          <p:nvPr/>
        </p:nvSpPr>
        <p:spPr>
          <a:xfrm flipH="1">
            <a:off x="877356" y="3796151"/>
            <a:ext cx="323868" cy="178773"/>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7" name="Google Shape;410;p34"/>
          <p:cNvSpPr/>
          <p:nvPr/>
        </p:nvSpPr>
        <p:spPr>
          <a:xfrm flipH="1">
            <a:off x="514392" y="1829924"/>
            <a:ext cx="702978" cy="1796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8" name="Google Shape;411;p34"/>
          <p:cNvSpPr/>
          <p:nvPr/>
        </p:nvSpPr>
        <p:spPr>
          <a:xfrm flipH="1">
            <a:off x="783207" y="2127251"/>
            <a:ext cx="178813" cy="179599"/>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49" name="Google Shape;412;p34"/>
          <p:cNvSpPr/>
          <p:nvPr/>
        </p:nvSpPr>
        <p:spPr>
          <a:xfrm flipH="1">
            <a:off x="8071052" y="2126826"/>
            <a:ext cx="570067" cy="17959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50" name="Google Shape;413;p34"/>
          <p:cNvSpPr/>
          <p:nvPr/>
        </p:nvSpPr>
        <p:spPr>
          <a:xfrm flipH="1">
            <a:off x="7930660" y="2424551"/>
            <a:ext cx="471451" cy="17877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51" name="Google Shape;414;p34"/>
          <p:cNvSpPr txBox="1"/>
          <p:nvPr/>
        </p:nvSpPr>
        <p:spPr>
          <a:xfrm>
            <a:off x="2357433" y="2208196"/>
            <a:ext cx="1981051" cy="32167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612648">
              <a:defRPr sz="1072">
                <a:latin typeface="Anaheim"/>
                <a:ea typeface="Anaheim"/>
                <a:cs typeface="Anaheim"/>
                <a:sym typeface="Anaheim"/>
              </a:defRPr>
            </a:lvl1pPr>
          </a:lstStyle>
          <a:p>
            <a:pPr/>
            <a:r>
              <a:t>Création avec mêmes attributs et espace que parent</a:t>
            </a:r>
          </a:p>
        </p:txBody>
      </p:sp>
      <p:sp>
        <p:nvSpPr>
          <p:cNvPr id="552" name="Google Shape;415;p34"/>
          <p:cNvSpPr/>
          <p:nvPr/>
        </p:nvSpPr>
        <p:spPr>
          <a:xfrm>
            <a:off x="1489627" y="3357834"/>
            <a:ext cx="461176" cy="4608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60" y="6398"/>
                </a:moveTo>
                <a:cubicBezTo>
                  <a:pt x="14816" y="6398"/>
                  <a:pt x="15188" y="6771"/>
                  <a:pt x="15188" y="7244"/>
                </a:cubicBezTo>
                <a:lnTo>
                  <a:pt x="15188" y="14355"/>
                </a:lnTo>
                <a:cubicBezTo>
                  <a:pt x="15188" y="14811"/>
                  <a:pt x="14816" y="15200"/>
                  <a:pt x="14360" y="15200"/>
                </a:cubicBezTo>
                <a:lnTo>
                  <a:pt x="7238" y="15200"/>
                </a:lnTo>
                <a:cubicBezTo>
                  <a:pt x="6782" y="15200"/>
                  <a:pt x="6410" y="14811"/>
                  <a:pt x="6410" y="14355"/>
                </a:cubicBezTo>
                <a:lnTo>
                  <a:pt x="6410" y="7244"/>
                </a:lnTo>
                <a:cubicBezTo>
                  <a:pt x="6410" y="6771"/>
                  <a:pt x="6782" y="6398"/>
                  <a:pt x="7238" y="6398"/>
                </a:cubicBezTo>
                <a:close/>
                <a:moveTo>
                  <a:pt x="6511" y="0"/>
                </a:moveTo>
                <a:cubicBezTo>
                  <a:pt x="5987" y="0"/>
                  <a:pt x="5565" y="422"/>
                  <a:pt x="5565" y="947"/>
                </a:cubicBezTo>
                <a:lnTo>
                  <a:pt x="5565" y="2844"/>
                </a:lnTo>
                <a:lnTo>
                  <a:pt x="4363" y="2844"/>
                </a:lnTo>
                <a:cubicBezTo>
                  <a:pt x="3518" y="2844"/>
                  <a:pt x="2841" y="3520"/>
                  <a:pt x="2841" y="4349"/>
                </a:cubicBezTo>
                <a:lnTo>
                  <a:pt x="2841" y="5552"/>
                </a:lnTo>
                <a:lnTo>
                  <a:pt x="946" y="5552"/>
                </a:lnTo>
                <a:cubicBezTo>
                  <a:pt x="422" y="5552"/>
                  <a:pt x="0" y="5974"/>
                  <a:pt x="0" y="6500"/>
                </a:cubicBezTo>
                <a:cubicBezTo>
                  <a:pt x="0" y="7025"/>
                  <a:pt x="422" y="7447"/>
                  <a:pt x="946" y="7447"/>
                </a:cubicBezTo>
                <a:lnTo>
                  <a:pt x="2841" y="7447"/>
                </a:lnTo>
                <a:lnTo>
                  <a:pt x="2841" y="9852"/>
                </a:lnTo>
                <a:lnTo>
                  <a:pt x="946" y="9852"/>
                </a:lnTo>
                <a:cubicBezTo>
                  <a:pt x="422" y="9852"/>
                  <a:pt x="0" y="10275"/>
                  <a:pt x="0" y="10800"/>
                </a:cubicBezTo>
                <a:cubicBezTo>
                  <a:pt x="0" y="11325"/>
                  <a:pt x="422" y="11747"/>
                  <a:pt x="946" y="11747"/>
                </a:cubicBezTo>
                <a:lnTo>
                  <a:pt x="2841" y="11747"/>
                </a:lnTo>
                <a:lnTo>
                  <a:pt x="2841" y="14134"/>
                </a:lnTo>
                <a:lnTo>
                  <a:pt x="946" y="14134"/>
                </a:lnTo>
                <a:cubicBezTo>
                  <a:pt x="422" y="14134"/>
                  <a:pt x="0" y="14558"/>
                  <a:pt x="0" y="15082"/>
                </a:cubicBezTo>
                <a:cubicBezTo>
                  <a:pt x="0" y="15607"/>
                  <a:pt x="422" y="16031"/>
                  <a:pt x="946" y="16031"/>
                </a:cubicBezTo>
                <a:lnTo>
                  <a:pt x="2841" y="16031"/>
                </a:lnTo>
                <a:lnTo>
                  <a:pt x="2841" y="17249"/>
                </a:lnTo>
                <a:cubicBezTo>
                  <a:pt x="2841" y="18078"/>
                  <a:pt x="3518" y="18756"/>
                  <a:pt x="4363" y="18756"/>
                </a:cubicBezTo>
                <a:lnTo>
                  <a:pt x="5565" y="18756"/>
                </a:lnTo>
                <a:lnTo>
                  <a:pt x="5565" y="20652"/>
                </a:lnTo>
                <a:cubicBezTo>
                  <a:pt x="5565" y="21176"/>
                  <a:pt x="5987" y="21600"/>
                  <a:pt x="6511" y="21600"/>
                </a:cubicBezTo>
                <a:cubicBezTo>
                  <a:pt x="7037" y="21600"/>
                  <a:pt x="7459" y="21176"/>
                  <a:pt x="7459" y="20652"/>
                </a:cubicBezTo>
                <a:lnTo>
                  <a:pt x="7459" y="18756"/>
                </a:lnTo>
                <a:lnTo>
                  <a:pt x="9844" y="18756"/>
                </a:lnTo>
                <a:lnTo>
                  <a:pt x="9844" y="20652"/>
                </a:lnTo>
                <a:cubicBezTo>
                  <a:pt x="9844" y="21176"/>
                  <a:pt x="10284" y="21600"/>
                  <a:pt x="10791" y="21600"/>
                </a:cubicBezTo>
                <a:cubicBezTo>
                  <a:pt x="11316" y="21600"/>
                  <a:pt x="11739" y="21176"/>
                  <a:pt x="11739" y="20652"/>
                </a:cubicBezTo>
                <a:lnTo>
                  <a:pt x="11739" y="18756"/>
                </a:lnTo>
                <a:lnTo>
                  <a:pt x="14140" y="18756"/>
                </a:lnTo>
                <a:lnTo>
                  <a:pt x="14140" y="20652"/>
                </a:lnTo>
                <a:cubicBezTo>
                  <a:pt x="14140" y="21176"/>
                  <a:pt x="14563" y="21600"/>
                  <a:pt x="15088" y="21600"/>
                </a:cubicBezTo>
                <a:cubicBezTo>
                  <a:pt x="15612" y="21600"/>
                  <a:pt x="16035" y="21176"/>
                  <a:pt x="16035" y="20652"/>
                </a:cubicBezTo>
                <a:lnTo>
                  <a:pt x="16035" y="18756"/>
                </a:lnTo>
                <a:lnTo>
                  <a:pt x="17236" y="18756"/>
                </a:lnTo>
                <a:cubicBezTo>
                  <a:pt x="18081" y="18756"/>
                  <a:pt x="18759" y="18078"/>
                  <a:pt x="18759" y="17249"/>
                </a:cubicBezTo>
                <a:lnTo>
                  <a:pt x="18759" y="16031"/>
                </a:lnTo>
                <a:lnTo>
                  <a:pt x="20652" y="16031"/>
                </a:lnTo>
                <a:cubicBezTo>
                  <a:pt x="21177" y="16031"/>
                  <a:pt x="21600" y="15607"/>
                  <a:pt x="21600" y="15082"/>
                </a:cubicBezTo>
                <a:cubicBezTo>
                  <a:pt x="21600" y="14558"/>
                  <a:pt x="21177" y="14134"/>
                  <a:pt x="20652" y="14134"/>
                </a:cubicBezTo>
                <a:lnTo>
                  <a:pt x="18759" y="14134"/>
                </a:lnTo>
                <a:lnTo>
                  <a:pt x="18759" y="11747"/>
                </a:lnTo>
                <a:lnTo>
                  <a:pt x="20652" y="11747"/>
                </a:lnTo>
                <a:cubicBezTo>
                  <a:pt x="21177" y="11747"/>
                  <a:pt x="21600" y="11325"/>
                  <a:pt x="21600" y="10800"/>
                </a:cubicBezTo>
                <a:cubicBezTo>
                  <a:pt x="21600" y="10275"/>
                  <a:pt x="21177" y="9852"/>
                  <a:pt x="20652" y="9852"/>
                </a:cubicBezTo>
                <a:lnTo>
                  <a:pt x="18759" y="9852"/>
                </a:lnTo>
                <a:lnTo>
                  <a:pt x="18759" y="7447"/>
                </a:lnTo>
                <a:lnTo>
                  <a:pt x="20652" y="7447"/>
                </a:lnTo>
                <a:cubicBezTo>
                  <a:pt x="21177" y="7447"/>
                  <a:pt x="21600" y="7025"/>
                  <a:pt x="21600" y="6500"/>
                </a:cubicBezTo>
                <a:cubicBezTo>
                  <a:pt x="21600" y="5974"/>
                  <a:pt x="21177" y="5552"/>
                  <a:pt x="20652" y="5552"/>
                </a:cubicBezTo>
                <a:lnTo>
                  <a:pt x="18759" y="5552"/>
                </a:lnTo>
                <a:lnTo>
                  <a:pt x="18759" y="4349"/>
                </a:lnTo>
                <a:cubicBezTo>
                  <a:pt x="18759" y="3520"/>
                  <a:pt x="18081" y="2844"/>
                  <a:pt x="17236" y="2844"/>
                </a:cubicBezTo>
                <a:lnTo>
                  <a:pt x="16035" y="2844"/>
                </a:lnTo>
                <a:lnTo>
                  <a:pt x="16035" y="947"/>
                </a:lnTo>
                <a:cubicBezTo>
                  <a:pt x="16035" y="422"/>
                  <a:pt x="15612" y="0"/>
                  <a:pt x="15088" y="0"/>
                </a:cubicBezTo>
                <a:cubicBezTo>
                  <a:pt x="14563" y="0"/>
                  <a:pt x="14140" y="422"/>
                  <a:pt x="14140" y="947"/>
                </a:cubicBezTo>
                <a:lnTo>
                  <a:pt x="14140" y="2844"/>
                </a:lnTo>
                <a:lnTo>
                  <a:pt x="11739" y="2844"/>
                </a:lnTo>
                <a:lnTo>
                  <a:pt x="11739" y="947"/>
                </a:lnTo>
                <a:cubicBezTo>
                  <a:pt x="11739" y="422"/>
                  <a:pt x="11316" y="0"/>
                  <a:pt x="10791" y="0"/>
                </a:cubicBezTo>
                <a:cubicBezTo>
                  <a:pt x="10284" y="0"/>
                  <a:pt x="9844" y="422"/>
                  <a:pt x="9844" y="947"/>
                </a:cubicBezTo>
                <a:lnTo>
                  <a:pt x="9844" y="2844"/>
                </a:lnTo>
                <a:lnTo>
                  <a:pt x="7459" y="2844"/>
                </a:lnTo>
                <a:lnTo>
                  <a:pt x="7459" y="947"/>
                </a:lnTo>
                <a:cubicBezTo>
                  <a:pt x="7459" y="422"/>
                  <a:pt x="7037" y="0"/>
                  <a:pt x="6511" y="0"/>
                </a:cubicBezTo>
                <a:close/>
              </a:path>
            </a:pathLst>
          </a:cu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557" name="Google Shape;416;p34"/>
          <p:cNvGrpSpPr/>
          <p:nvPr/>
        </p:nvGrpSpPr>
        <p:grpSpPr>
          <a:xfrm>
            <a:off x="7178825" y="3360347"/>
            <a:ext cx="455855" cy="455756"/>
            <a:chOff x="0" y="0"/>
            <a:chExt cx="455854" cy="455754"/>
          </a:xfrm>
        </p:grpSpPr>
        <p:sp>
          <p:nvSpPr>
            <p:cNvPr id="553" name="Google Shape;417;p34"/>
            <p:cNvSpPr/>
            <p:nvPr/>
          </p:nvSpPr>
          <p:spPr>
            <a:xfrm>
              <a:off x="1900" y="148437"/>
              <a:ext cx="113050" cy="1144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0559" y="950"/>
                    <a:pt x="0" y="14446"/>
                    <a:pt x="0" y="14446"/>
                  </a:cubicBezTo>
                  <a:lnTo>
                    <a:pt x="7314" y="21600"/>
                  </a:lnTo>
                  <a:cubicBezTo>
                    <a:pt x="7523" y="21125"/>
                    <a:pt x="7795" y="20576"/>
                    <a:pt x="8143" y="20100"/>
                  </a:cubicBezTo>
                  <a:cubicBezTo>
                    <a:pt x="14767" y="10628"/>
                    <a:pt x="18702" y="4493"/>
                    <a:pt x="2160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554" name="Google Shape;418;p34"/>
            <p:cNvSpPr/>
            <p:nvPr/>
          </p:nvSpPr>
          <p:spPr>
            <a:xfrm>
              <a:off x="192927" y="340914"/>
              <a:ext cx="114506" cy="1126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7103" y="2908"/>
                    <a:pt x="10969" y="6851"/>
                    <a:pt x="1499" y="13499"/>
                  </a:cubicBezTo>
                  <a:cubicBezTo>
                    <a:pt x="1024" y="13847"/>
                    <a:pt x="481" y="14127"/>
                    <a:pt x="0" y="14330"/>
                  </a:cubicBezTo>
                  <a:lnTo>
                    <a:pt x="7158" y="21600"/>
                  </a:lnTo>
                  <a:cubicBezTo>
                    <a:pt x="7158" y="21600"/>
                    <a:pt x="20644" y="11079"/>
                    <a:pt x="2160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555" name="Google Shape;419;p34"/>
            <p:cNvSpPr/>
            <p:nvPr/>
          </p:nvSpPr>
          <p:spPr>
            <a:xfrm>
              <a:off x="0" y="313465"/>
              <a:ext cx="142400" cy="142290"/>
            </a:xfrm>
            <a:custGeom>
              <a:avLst/>
              <a:gdLst/>
              <a:ahLst/>
              <a:cxnLst>
                <a:cxn ang="0">
                  <a:pos x="wd2" y="hd2"/>
                </a:cxn>
                <a:cxn ang="5400000">
                  <a:pos x="wd2" y="hd2"/>
                </a:cxn>
                <a:cxn ang="10800000">
                  <a:pos x="wd2" y="hd2"/>
                </a:cxn>
                <a:cxn ang="16200000">
                  <a:pos x="wd2" y="hd2"/>
                </a:cxn>
              </a:cxnLst>
              <a:rect l="0" t="0" r="r" b="b"/>
              <a:pathLst>
                <a:path w="21562" h="21600" fill="norm" stroke="1" extrusionOk="0">
                  <a:moveTo>
                    <a:pt x="8656" y="0"/>
                  </a:moveTo>
                  <a:cubicBezTo>
                    <a:pt x="7232" y="985"/>
                    <a:pt x="6029" y="2137"/>
                    <a:pt x="4991" y="3509"/>
                  </a:cubicBezTo>
                  <a:cubicBezTo>
                    <a:pt x="3462" y="5535"/>
                    <a:pt x="2314" y="7782"/>
                    <a:pt x="1491" y="10195"/>
                  </a:cubicBezTo>
                  <a:cubicBezTo>
                    <a:pt x="614" y="12773"/>
                    <a:pt x="123" y="15458"/>
                    <a:pt x="13" y="18202"/>
                  </a:cubicBezTo>
                  <a:cubicBezTo>
                    <a:pt x="13" y="18584"/>
                    <a:pt x="-38" y="18966"/>
                    <a:pt x="68" y="19353"/>
                  </a:cubicBezTo>
                  <a:cubicBezTo>
                    <a:pt x="123" y="19846"/>
                    <a:pt x="343" y="20283"/>
                    <a:pt x="669" y="20665"/>
                  </a:cubicBezTo>
                  <a:cubicBezTo>
                    <a:pt x="1000" y="21052"/>
                    <a:pt x="1381" y="21324"/>
                    <a:pt x="1873" y="21489"/>
                  </a:cubicBezTo>
                  <a:cubicBezTo>
                    <a:pt x="2258" y="21600"/>
                    <a:pt x="2640" y="21600"/>
                    <a:pt x="3021" y="21600"/>
                  </a:cubicBezTo>
                  <a:cubicBezTo>
                    <a:pt x="5483" y="21600"/>
                    <a:pt x="7999" y="21163"/>
                    <a:pt x="10351" y="20449"/>
                  </a:cubicBezTo>
                  <a:cubicBezTo>
                    <a:pt x="14668" y="19187"/>
                    <a:pt x="18990" y="16774"/>
                    <a:pt x="21562" y="12939"/>
                  </a:cubicBezTo>
                  <a:lnTo>
                    <a:pt x="20960" y="12336"/>
                  </a:lnTo>
                  <a:cubicBezTo>
                    <a:pt x="20795" y="12391"/>
                    <a:pt x="20630" y="12497"/>
                    <a:pt x="20464" y="12552"/>
                  </a:cubicBezTo>
                  <a:cubicBezTo>
                    <a:pt x="19481" y="12939"/>
                    <a:pt x="18499" y="13376"/>
                    <a:pt x="17461" y="13703"/>
                  </a:cubicBezTo>
                  <a:cubicBezTo>
                    <a:pt x="14778" y="14638"/>
                    <a:pt x="11991" y="15241"/>
                    <a:pt x="9148" y="15623"/>
                  </a:cubicBezTo>
                  <a:cubicBezTo>
                    <a:pt x="7999" y="15789"/>
                    <a:pt x="6796" y="15900"/>
                    <a:pt x="5593" y="16005"/>
                  </a:cubicBezTo>
                  <a:cubicBezTo>
                    <a:pt x="5593" y="15844"/>
                    <a:pt x="5648" y="15734"/>
                    <a:pt x="5648" y="15568"/>
                  </a:cubicBezTo>
                  <a:cubicBezTo>
                    <a:pt x="5864" y="12663"/>
                    <a:pt x="6305" y="9812"/>
                    <a:pt x="7012" y="7017"/>
                  </a:cubicBezTo>
                  <a:cubicBezTo>
                    <a:pt x="7343" y="5645"/>
                    <a:pt x="7779" y="4328"/>
                    <a:pt x="8270" y="3016"/>
                  </a:cubicBezTo>
                  <a:cubicBezTo>
                    <a:pt x="8546" y="2192"/>
                    <a:pt x="8927" y="1423"/>
                    <a:pt x="9258" y="658"/>
                  </a:cubicBezTo>
                  <a:lnTo>
                    <a:pt x="8656" y="0"/>
                  </a:ln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556" name="Google Shape;421;p34"/>
            <p:cNvSpPr/>
            <p:nvPr/>
          </p:nvSpPr>
          <p:spPr>
            <a:xfrm>
              <a:off x="57592" y="0"/>
              <a:ext cx="398263" cy="398357"/>
            </a:xfrm>
            <a:custGeom>
              <a:avLst/>
              <a:gdLst/>
              <a:ahLst/>
              <a:cxnLst>
                <a:cxn ang="0">
                  <a:pos x="wd2" y="hd2"/>
                </a:cxn>
                <a:cxn ang="5400000">
                  <a:pos x="wd2" y="hd2"/>
                </a:cxn>
                <a:cxn ang="10800000">
                  <a:pos x="wd2" y="hd2"/>
                </a:cxn>
                <a:cxn ang="16200000">
                  <a:pos x="wd2" y="hd2"/>
                </a:cxn>
              </a:cxnLst>
              <a:rect l="0" t="0" r="r" b="b"/>
              <a:pathLst>
                <a:path w="21518" h="21600" fill="norm" stroke="1" extrusionOk="0">
                  <a:moveTo>
                    <a:pt x="12911" y="5801"/>
                  </a:moveTo>
                  <a:cubicBezTo>
                    <a:pt x="13635" y="5801"/>
                    <a:pt x="14358" y="6080"/>
                    <a:pt x="14904" y="6638"/>
                  </a:cubicBezTo>
                  <a:cubicBezTo>
                    <a:pt x="16016" y="7735"/>
                    <a:pt x="16016" y="9538"/>
                    <a:pt x="14904" y="10653"/>
                  </a:cubicBezTo>
                  <a:cubicBezTo>
                    <a:pt x="14358" y="11202"/>
                    <a:pt x="13635" y="11475"/>
                    <a:pt x="12911" y="11475"/>
                  </a:cubicBezTo>
                  <a:cubicBezTo>
                    <a:pt x="12186" y="11475"/>
                    <a:pt x="11459" y="11202"/>
                    <a:pt x="10903" y="10653"/>
                  </a:cubicBezTo>
                  <a:cubicBezTo>
                    <a:pt x="9810" y="9538"/>
                    <a:pt x="9810" y="7735"/>
                    <a:pt x="10903" y="6638"/>
                  </a:cubicBezTo>
                  <a:cubicBezTo>
                    <a:pt x="11459" y="6080"/>
                    <a:pt x="12186" y="5801"/>
                    <a:pt x="12911" y="5801"/>
                  </a:cubicBezTo>
                  <a:close/>
                  <a:moveTo>
                    <a:pt x="20659" y="0"/>
                  </a:moveTo>
                  <a:cubicBezTo>
                    <a:pt x="17908" y="59"/>
                    <a:pt x="11138" y="567"/>
                    <a:pt x="7547" y="4171"/>
                  </a:cubicBezTo>
                  <a:cubicBezTo>
                    <a:pt x="5928" y="5816"/>
                    <a:pt x="5402" y="6658"/>
                    <a:pt x="4230" y="8518"/>
                  </a:cubicBezTo>
                  <a:cubicBezTo>
                    <a:pt x="3391" y="9870"/>
                    <a:pt x="2240" y="11710"/>
                    <a:pt x="152" y="14746"/>
                  </a:cubicBezTo>
                  <a:cubicBezTo>
                    <a:pt x="-82" y="15079"/>
                    <a:pt x="-43" y="15529"/>
                    <a:pt x="249" y="15822"/>
                  </a:cubicBezTo>
                  <a:lnTo>
                    <a:pt x="5752" y="21345"/>
                  </a:lnTo>
                  <a:cubicBezTo>
                    <a:pt x="5908" y="21501"/>
                    <a:pt x="6123" y="21600"/>
                    <a:pt x="6357" y="21600"/>
                  </a:cubicBezTo>
                  <a:cubicBezTo>
                    <a:pt x="6513" y="21600"/>
                    <a:pt x="6688" y="21541"/>
                    <a:pt x="6826" y="21444"/>
                  </a:cubicBezTo>
                  <a:cubicBezTo>
                    <a:pt x="9849" y="19329"/>
                    <a:pt x="11683" y="18192"/>
                    <a:pt x="13011" y="17350"/>
                  </a:cubicBezTo>
                  <a:cubicBezTo>
                    <a:pt x="14884" y="16176"/>
                    <a:pt x="15723" y="15646"/>
                    <a:pt x="17362" y="14021"/>
                  </a:cubicBezTo>
                  <a:cubicBezTo>
                    <a:pt x="20953" y="10398"/>
                    <a:pt x="21459" y="3623"/>
                    <a:pt x="21518" y="862"/>
                  </a:cubicBezTo>
                  <a:cubicBezTo>
                    <a:pt x="21518" y="646"/>
                    <a:pt x="21441" y="411"/>
                    <a:pt x="21264" y="255"/>
                  </a:cubicBezTo>
                  <a:cubicBezTo>
                    <a:pt x="21108" y="99"/>
                    <a:pt x="20894" y="0"/>
                    <a:pt x="20659"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grpSp>
      <p:sp>
        <p:nvSpPr>
          <p:cNvPr id="558" name="Google Shape;422;p34"/>
          <p:cNvSpPr/>
          <p:nvPr/>
        </p:nvSpPr>
        <p:spPr>
          <a:xfrm>
            <a:off x="1519378" y="1986385"/>
            <a:ext cx="399750" cy="460479"/>
          </a:xfrm>
          <a:custGeom>
            <a:avLst/>
            <a:gdLst/>
            <a:ahLst/>
            <a:cxnLst>
              <a:cxn ang="0">
                <a:pos x="wd2" y="hd2"/>
              </a:cxn>
              <a:cxn ang="5400000">
                <a:pos x="wd2" y="hd2"/>
              </a:cxn>
              <a:cxn ang="10800000">
                <a:pos x="wd2" y="hd2"/>
              </a:cxn>
              <a:cxn ang="16200000">
                <a:pos x="wd2" y="hd2"/>
              </a:cxn>
            </a:cxnLst>
            <a:rect l="0" t="0" r="r" b="b"/>
            <a:pathLst>
              <a:path w="21386" h="21600" fill="norm" stroke="1" extrusionOk="0">
                <a:moveTo>
                  <a:pt x="9553" y="5186"/>
                </a:moveTo>
                <a:cubicBezTo>
                  <a:pt x="9731" y="5186"/>
                  <a:pt x="9910" y="5256"/>
                  <a:pt x="10028" y="5388"/>
                </a:cubicBezTo>
                <a:cubicBezTo>
                  <a:pt x="10241" y="5607"/>
                  <a:pt x="10202" y="5963"/>
                  <a:pt x="9950" y="6149"/>
                </a:cubicBezTo>
                <a:lnTo>
                  <a:pt x="8134" y="7471"/>
                </a:lnTo>
                <a:lnTo>
                  <a:pt x="9950" y="8793"/>
                </a:lnTo>
                <a:cubicBezTo>
                  <a:pt x="10202" y="8979"/>
                  <a:pt x="10241" y="9318"/>
                  <a:pt x="10028" y="9556"/>
                </a:cubicBezTo>
                <a:cubicBezTo>
                  <a:pt x="9913" y="9691"/>
                  <a:pt x="9738" y="9741"/>
                  <a:pt x="9545" y="9741"/>
                </a:cubicBezTo>
                <a:cubicBezTo>
                  <a:pt x="9410" y="9741"/>
                  <a:pt x="9275" y="9708"/>
                  <a:pt x="9158" y="9623"/>
                </a:cubicBezTo>
                <a:lnTo>
                  <a:pt x="6763" y="7878"/>
                </a:lnTo>
                <a:cubicBezTo>
                  <a:pt x="6627" y="7776"/>
                  <a:pt x="6551" y="7624"/>
                  <a:pt x="6551" y="7471"/>
                </a:cubicBezTo>
                <a:cubicBezTo>
                  <a:pt x="6551" y="7302"/>
                  <a:pt x="6627" y="7150"/>
                  <a:pt x="6763" y="7047"/>
                </a:cubicBezTo>
                <a:lnTo>
                  <a:pt x="9158" y="5320"/>
                </a:lnTo>
                <a:cubicBezTo>
                  <a:pt x="9270" y="5230"/>
                  <a:pt x="9412" y="5186"/>
                  <a:pt x="9553" y="5186"/>
                </a:cubicBezTo>
                <a:close/>
                <a:moveTo>
                  <a:pt x="14630" y="5186"/>
                </a:moveTo>
                <a:cubicBezTo>
                  <a:pt x="14770" y="5186"/>
                  <a:pt x="14913" y="5230"/>
                  <a:pt x="15033" y="5320"/>
                </a:cubicBezTo>
                <a:lnTo>
                  <a:pt x="17408" y="7047"/>
                </a:lnTo>
                <a:cubicBezTo>
                  <a:pt x="17562" y="7150"/>
                  <a:pt x="17640" y="7302"/>
                  <a:pt x="17640" y="7471"/>
                </a:cubicBezTo>
                <a:cubicBezTo>
                  <a:pt x="17640" y="7624"/>
                  <a:pt x="17562" y="7776"/>
                  <a:pt x="17408" y="7878"/>
                </a:cubicBezTo>
                <a:lnTo>
                  <a:pt x="15033" y="9623"/>
                </a:lnTo>
                <a:cubicBezTo>
                  <a:pt x="14916" y="9708"/>
                  <a:pt x="14781" y="9741"/>
                  <a:pt x="14627" y="9741"/>
                </a:cubicBezTo>
                <a:cubicBezTo>
                  <a:pt x="14453" y="9741"/>
                  <a:pt x="14278" y="9691"/>
                  <a:pt x="14163" y="9556"/>
                </a:cubicBezTo>
                <a:cubicBezTo>
                  <a:pt x="13931" y="9318"/>
                  <a:pt x="13970" y="8979"/>
                  <a:pt x="14241" y="8793"/>
                </a:cubicBezTo>
                <a:lnTo>
                  <a:pt x="16057" y="7471"/>
                </a:lnTo>
                <a:lnTo>
                  <a:pt x="14241" y="6149"/>
                </a:lnTo>
                <a:cubicBezTo>
                  <a:pt x="13970" y="5963"/>
                  <a:pt x="13931" y="5607"/>
                  <a:pt x="14163" y="5388"/>
                </a:cubicBezTo>
                <a:cubicBezTo>
                  <a:pt x="14281" y="5256"/>
                  <a:pt x="14453" y="5186"/>
                  <a:pt x="14630" y="5186"/>
                </a:cubicBezTo>
                <a:close/>
                <a:moveTo>
                  <a:pt x="13225" y="3485"/>
                </a:moveTo>
                <a:cubicBezTo>
                  <a:pt x="13287" y="3485"/>
                  <a:pt x="13348" y="3492"/>
                  <a:pt x="13410" y="3507"/>
                </a:cubicBezTo>
                <a:cubicBezTo>
                  <a:pt x="13738" y="3576"/>
                  <a:pt x="13911" y="3880"/>
                  <a:pt x="13835" y="4167"/>
                </a:cubicBezTo>
                <a:lnTo>
                  <a:pt x="11555" y="11063"/>
                </a:lnTo>
                <a:cubicBezTo>
                  <a:pt x="11477" y="11300"/>
                  <a:pt x="11226" y="11452"/>
                  <a:pt x="10955" y="11452"/>
                </a:cubicBezTo>
                <a:cubicBezTo>
                  <a:pt x="10898" y="11452"/>
                  <a:pt x="10840" y="11452"/>
                  <a:pt x="10781" y="11435"/>
                </a:cubicBezTo>
                <a:cubicBezTo>
                  <a:pt x="10453" y="11351"/>
                  <a:pt x="10260" y="11045"/>
                  <a:pt x="10356" y="10758"/>
                </a:cubicBezTo>
                <a:lnTo>
                  <a:pt x="12636" y="3863"/>
                </a:lnTo>
                <a:cubicBezTo>
                  <a:pt x="12715" y="3628"/>
                  <a:pt x="12960" y="3485"/>
                  <a:pt x="13225" y="3485"/>
                </a:cubicBezTo>
                <a:close/>
                <a:moveTo>
                  <a:pt x="12018" y="0"/>
                </a:moveTo>
                <a:cubicBezTo>
                  <a:pt x="9874" y="0"/>
                  <a:pt x="7729" y="593"/>
                  <a:pt x="5971" y="1660"/>
                </a:cubicBezTo>
                <a:cubicBezTo>
                  <a:pt x="4097" y="2796"/>
                  <a:pt x="2783" y="4388"/>
                  <a:pt x="2165" y="6252"/>
                </a:cubicBezTo>
                <a:cubicBezTo>
                  <a:pt x="1932" y="6980"/>
                  <a:pt x="1798" y="7589"/>
                  <a:pt x="1700" y="8131"/>
                </a:cubicBezTo>
                <a:cubicBezTo>
                  <a:pt x="1470" y="9250"/>
                  <a:pt x="1295" y="10064"/>
                  <a:pt x="290" y="11367"/>
                </a:cubicBezTo>
                <a:cubicBezTo>
                  <a:pt x="21" y="11707"/>
                  <a:pt x="-57" y="12046"/>
                  <a:pt x="39" y="12350"/>
                </a:cubicBezTo>
                <a:cubicBezTo>
                  <a:pt x="195" y="12841"/>
                  <a:pt x="715" y="13045"/>
                  <a:pt x="1141" y="13214"/>
                </a:cubicBezTo>
                <a:cubicBezTo>
                  <a:pt x="1295" y="13265"/>
                  <a:pt x="1527" y="13366"/>
                  <a:pt x="1585" y="13417"/>
                </a:cubicBezTo>
                <a:cubicBezTo>
                  <a:pt x="1837" y="13706"/>
                  <a:pt x="1817" y="14484"/>
                  <a:pt x="1798" y="15162"/>
                </a:cubicBezTo>
                <a:cubicBezTo>
                  <a:pt x="1778" y="16145"/>
                  <a:pt x="1739" y="17161"/>
                  <a:pt x="2299" y="17906"/>
                </a:cubicBezTo>
                <a:cubicBezTo>
                  <a:pt x="3073" y="18924"/>
                  <a:pt x="4271" y="18941"/>
                  <a:pt x="5236" y="18941"/>
                </a:cubicBezTo>
                <a:cubicBezTo>
                  <a:pt x="6377" y="18956"/>
                  <a:pt x="6898" y="18956"/>
                  <a:pt x="7015" y="20058"/>
                </a:cubicBezTo>
                <a:cubicBezTo>
                  <a:pt x="7015" y="20092"/>
                  <a:pt x="7015" y="20211"/>
                  <a:pt x="7015" y="20312"/>
                </a:cubicBezTo>
                <a:cubicBezTo>
                  <a:pt x="7052" y="21041"/>
                  <a:pt x="7072" y="21142"/>
                  <a:pt x="7111" y="21244"/>
                </a:cubicBezTo>
                <a:cubicBezTo>
                  <a:pt x="7188" y="21465"/>
                  <a:pt x="7420" y="21600"/>
                  <a:pt x="7670" y="21600"/>
                </a:cubicBezTo>
                <a:lnTo>
                  <a:pt x="18298" y="21600"/>
                </a:lnTo>
                <a:cubicBezTo>
                  <a:pt x="18510" y="21600"/>
                  <a:pt x="18703" y="21515"/>
                  <a:pt x="18799" y="21362"/>
                </a:cubicBezTo>
                <a:cubicBezTo>
                  <a:pt x="18916" y="21210"/>
                  <a:pt x="18935" y="21007"/>
                  <a:pt x="18838" y="20854"/>
                </a:cubicBezTo>
                <a:cubicBezTo>
                  <a:pt x="17506" y="18414"/>
                  <a:pt x="18586" y="15924"/>
                  <a:pt x="19766" y="13282"/>
                </a:cubicBezTo>
                <a:cubicBezTo>
                  <a:pt x="20461" y="11673"/>
                  <a:pt x="21196" y="10012"/>
                  <a:pt x="21350" y="8318"/>
                </a:cubicBezTo>
                <a:cubicBezTo>
                  <a:pt x="21543" y="6387"/>
                  <a:pt x="20944" y="4677"/>
                  <a:pt x="19515" y="3117"/>
                </a:cubicBezTo>
                <a:cubicBezTo>
                  <a:pt x="17679" y="1101"/>
                  <a:pt x="15013" y="0"/>
                  <a:pt x="12018" y="0"/>
                </a:cubicBezTo>
                <a:close/>
              </a:path>
            </a:pathLst>
          </a:custGeom>
          <a:solidFill>
            <a:schemeClr val="accent1"/>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563" name="Google Shape;423;p34"/>
          <p:cNvGrpSpPr/>
          <p:nvPr/>
        </p:nvGrpSpPr>
        <p:grpSpPr>
          <a:xfrm>
            <a:off x="7190733" y="1989700"/>
            <a:ext cx="431783" cy="457165"/>
            <a:chOff x="0" y="23"/>
            <a:chExt cx="431781" cy="457163"/>
          </a:xfrm>
        </p:grpSpPr>
        <p:sp>
          <p:nvSpPr>
            <p:cNvPr id="559" name="Google Shape;424;p34"/>
            <p:cNvSpPr/>
            <p:nvPr/>
          </p:nvSpPr>
          <p:spPr>
            <a:xfrm>
              <a:off x="29661" y="395262"/>
              <a:ext cx="95538" cy="61926"/>
            </a:xfrm>
            <a:custGeom>
              <a:avLst/>
              <a:gdLst/>
              <a:ahLst/>
              <a:cxnLst>
                <a:cxn ang="0">
                  <a:pos x="wd2" y="hd2"/>
                </a:cxn>
                <a:cxn ang="5400000">
                  <a:pos x="wd2" y="hd2"/>
                </a:cxn>
                <a:cxn ang="10800000">
                  <a:pos x="wd2" y="hd2"/>
                </a:cxn>
                <a:cxn ang="16200000">
                  <a:pos x="wd2" y="hd2"/>
                </a:cxn>
              </a:cxnLst>
              <a:rect l="0" t="0" r="r" b="b"/>
              <a:pathLst>
                <a:path w="20951" h="21600" fill="norm" stroke="1" extrusionOk="0">
                  <a:moveTo>
                    <a:pt x="2562" y="0"/>
                  </a:moveTo>
                  <a:cubicBezTo>
                    <a:pt x="2280" y="0"/>
                    <a:pt x="1992" y="73"/>
                    <a:pt x="1714" y="235"/>
                  </a:cubicBezTo>
                  <a:cubicBezTo>
                    <a:pt x="382" y="988"/>
                    <a:pt x="-324" y="3379"/>
                    <a:pt x="145" y="5509"/>
                  </a:cubicBezTo>
                  <a:cubicBezTo>
                    <a:pt x="1477" y="11545"/>
                    <a:pt x="4217" y="16447"/>
                    <a:pt x="7739" y="19210"/>
                  </a:cubicBezTo>
                  <a:cubicBezTo>
                    <a:pt x="9853" y="20847"/>
                    <a:pt x="12043" y="21600"/>
                    <a:pt x="14313" y="21600"/>
                  </a:cubicBezTo>
                  <a:cubicBezTo>
                    <a:pt x="15953" y="21600"/>
                    <a:pt x="17598" y="21219"/>
                    <a:pt x="19162" y="20344"/>
                  </a:cubicBezTo>
                  <a:cubicBezTo>
                    <a:pt x="20570" y="19583"/>
                    <a:pt x="21276" y="17201"/>
                    <a:pt x="20807" y="15062"/>
                  </a:cubicBezTo>
                  <a:cubicBezTo>
                    <a:pt x="20433" y="13376"/>
                    <a:pt x="19429" y="12315"/>
                    <a:pt x="18370" y="12315"/>
                  </a:cubicBezTo>
                  <a:cubicBezTo>
                    <a:pt x="18087" y="12315"/>
                    <a:pt x="17800" y="12388"/>
                    <a:pt x="17517" y="12550"/>
                  </a:cubicBezTo>
                  <a:cubicBezTo>
                    <a:pt x="16457" y="13133"/>
                    <a:pt x="15373" y="13425"/>
                    <a:pt x="14293" y="13425"/>
                  </a:cubicBezTo>
                  <a:cubicBezTo>
                    <a:pt x="12820" y="13425"/>
                    <a:pt x="11361" y="12882"/>
                    <a:pt x="10009" y="11797"/>
                  </a:cubicBezTo>
                  <a:cubicBezTo>
                    <a:pt x="7658" y="10038"/>
                    <a:pt x="5862" y="6773"/>
                    <a:pt x="4999" y="2747"/>
                  </a:cubicBezTo>
                  <a:cubicBezTo>
                    <a:pt x="4626" y="1061"/>
                    <a:pt x="3622" y="0"/>
                    <a:pt x="2562"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560" name="Google Shape;425;p34"/>
            <p:cNvSpPr/>
            <p:nvPr/>
          </p:nvSpPr>
          <p:spPr>
            <a:xfrm>
              <a:off x="283682" y="137646"/>
              <a:ext cx="79587" cy="81041"/>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3183" y="0"/>
                  </a:moveTo>
                  <a:cubicBezTo>
                    <a:pt x="1449" y="0"/>
                    <a:pt x="0" y="1436"/>
                    <a:pt x="0" y="3164"/>
                  </a:cubicBezTo>
                  <a:cubicBezTo>
                    <a:pt x="0" y="4897"/>
                    <a:pt x="1449" y="6333"/>
                    <a:pt x="3183" y="6333"/>
                  </a:cubicBezTo>
                  <a:cubicBezTo>
                    <a:pt x="9836" y="6333"/>
                    <a:pt x="15239" y="11806"/>
                    <a:pt x="15140" y="18430"/>
                  </a:cubicBezTo>
                  <a:cubicBezTo>
                    <a:pt x="15140" y="20164"/>
                    <a:pt x="16589" y="21600"/>
                    <a:pt x="18323" y="21600"/>
                  </a:cubicBezTo>
                  <a:cubicBezTo>
                    <a:pt x="20058" y="21600"/>
                    <a:pt x="21507" y="20257"/>
                    <a:pt x="21507" y="18529"/>
                  </a:cubicBezTo>
                  <a:cubicBezTo>
                    <a:pt x="21600" y="8352"/>
                    <a:pt x="13405" y="93"/>
                    <a:pt x="3183"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561" name="Google Shape;426;p34"/>
            <p:cNvSpPr/>
            <p:nvPr/>
          </p:nvSpPr>
          <p:spPr>
            <a:xfrm>
              <a:off x="0" y="23"/>
              <a:ext cx="268705" cy="3944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1637"/>
                  </a:moveTo>
                  <a:cubicBezTo>
                    <a:pt x="16005" y="1637"/>
                    <a:pt x="19218" y="2821"/>
                    <a:pt x="19218" y="3472"/>
                  </a:cubicBezTo>
                  <a:cubicBezTo>
                    <a:pt x="19218" y="4122"/>
                    <a:pt x="16005" y="5306"/>
                    <a:pt x="10786" y="5306"/>
                  </a:cubicBezTo>
                  <a:cubicBezTo>
                    <a:pt x="5565" y="5306"/>
                    <a:pt x="2380" y="4122"/>
                    <a:pt x="2380" y="3472"/>
                  </a:cubicBezTo>
                  <a:cubicBezTo>
                    <a:pt x="2380" y="2821"/>
                    <a:pt x="5565" y="1637"/>
                    <a:pt x="10786" y="1637"/>
                  </a:cubicBezTo>
                  <a:close/>
                  <a:moveTo>
                    <a:pt x="18674" y="7339"/>
                  </a:moveTo>
                  <a:cubicBezTo>
                    <a:pt x="19018" y="7536"/>
                    <a:pt x="19218" y="7733"/>
                    <a:pt x="19218" y="7891"/>
                  </a:cubicBezTo>
                  <a:cubicBezTo>
                    <a:pt x="19218" y="8521"/>
                    <a:pt x="16005" y="9706"/>
                    <a:pt x="10786" y="9706"/>
                  </a:cubicBezTo>
                  <a:cubicBezTo>
                    <a:pt x="5565" y="9706"/>
                    <a:pt x="2380" y="8521"/>
                    <a:pt x="2380" y="7891"/>
                  </a:cubicBezTo>
                  <a:cubicBezTo>
                    <a:pt x="2380" y="7733"/>
                    <a:pt x="2552" y="7536"/>
                    <a:pt x="2926" y="7339"/>
                  </a:cubicBezTo>
                  <a:cubicBezTo>
                    <a:pt x="5019" y="8028"/>
                    <a:pt x="7975" y="8384"/>
                    <a:pt x="10786" y="8384"/>
                  </a:cubicBezTo>
                  <a:cubicBezTo>
                    <a:pt x="13625" y="8384"/>
                    <a:pt x="16551" y="8028"/>
                    <a:pt x="18674" y="7339"/>
                  </a:cubicBezTo>
                  <a:close/>
                  <a:moveTo>
                    <a:pt x="10786" y="0"/>
                  </a:moveTo>
                  <a:cubicBezTo>
                    <a:pt x="5565" y="0"/>
                    <a:pt x="0" y="1224"/>
                    <a:pt x="0" y="3472"/>
                  </a:cubicBezTo>
                  <a:lnTo>
                    <a:pt x="0" y="5287"/>
                  </a:lnTo>
                  <a:cubicBezTo>
                    <a:pt x="115" y="5700"/>
                    <a:pt x="431" y="6076"/>
                    <a:pt x="917" y="6411"/>
                  </a:cubicBezTo>
                  <a:cubicBezTo>
                    <a:pt x="316" y="6845"/>
                    <a:pt x="0" y="7318"/>
                    <a:pt x="0" y="7870"/>
                  </a:cubicBezTo>
                  <a:lnTo>
                    <a:pt x="0" y="9706"/>
                  </a:lnTo>
                  <a:cubicBezTo>
                    <a:pt x="115" y="10119"/>
                    <a:pt x="431" y="10494"/>
                    <a:pt x="917" y="10810"/>
                  </a:cubicBezTo>
                  <a:cubicBezTo>
                    <a:pt x="316" y="11243"/>
                    <a:pt x="0" y="11737"/>
                    <a:pt x="0" y="12289"/>
                  </a:cubicBezTo>
                  <a:lnTo>
                    <a:pt x="0" y="14104"/>
                  </a:lnTo>
                  <a:cubicBezTo>
                    <a:pt x="115" y="14518"/>
                    <a:pt x="431" y="14893"/>
                    <a:pt x="917" y="15228"/>
                  </a:cubicBezTo>
                  <a:cubicBezTo>
                    <a:pt x="316" y="15643"/>
                    <a:pt x="0" y="16136"/>
                    <a:pt x="0" y="16688"/>
                  </a:cubicBezTo>
                  <a:lnTo>
                    <a:pt x="0" y="18522"/>
                  </a:lnTo>
                  <a:cubicBezTo>
                    <a:pt x="573" y="20476"/>
                    <a:pt x="5565" y="21540"/>
                    <a:pt x="10326" y="21600"/>
                  </a:cubicBezTo>
                  <a:cubicBezTo>
                    <a:pt x="10527" y="21461"/>
                    <a:pt x="10786" y="21343"/>
                    <a:pt x="11043" y="21245"/>
                  </a:cubicBezTo>
                  <a:lnTo>
                    <a:pt x="11043" y="18522"/>
                  </a:lnTo>
                  <a:lnTo>
                    <a:pt x="10786" y="18522"/>
                  </a:lnTo>
                  <a:cubicBezTo>
                    <a:pt x="5565" y="18522"/>
                    <a:pt x="2380" y="17339"/>
                    <a:pt x="2380" y="16688"/>
                  </a:cubicBezTo>
                  <a:cubicBezTo>
                    <a:pt x="2380" y="16551"/>
                    <a:pt x="2552" y="16352"/>
                    <a:pt x="2926" y="16155"/>
                  </a:cubicBezTo>
                  <a:cubicBezTo>
                    <a:pt x="5019" y="16846"/>
                    <a:pt x="7975" y="17201"/>
                    <a:pt x="10786" y="17201"/>
                  </a:cubicBezTo>
                  <a:lnTo>
                    <a:pt x="11043" y="17201"/>
                  </a:lnTo>
                  <a:lnTo>
                    <a:pt x="11043" y="14104"/>
                  </a:lnTo>
                  <a:cubicBezTo>
                    <a:pt x="10958" y="14104"/>
                    <a:pt x="10871" y="14124"/>
                    <a:pt x="10786" y="14124"/>
                  </a:cubicBezTo>
                  <a:cubicBezTo>
                    <a:pt x="5565" y="14124"/>
                    <a:pt x="2380" y="12940"/>
                    <a:pt x="2380" y="12289"/>
                  </a:cubicBezTo>
                  <a:cubicBezTo>
                    <a:pt x="2380" y="12131"/>
                    <a:pt x="2552" y="11954"/>
                    <a:pt x="2926" y="11757"/>
                  </a:cubicBezTo>
                  <a:cubicBezTo>
                    <a:pt x="5019" y="12427"/>
                    <a:pt x="7975" y="12782"/>
                    <a:pt x="10786" y="12782"/>
                  </a:cubicBezTo>
                  <a:lnTo>
                    <a:pt x="11359" y="12782"/>
                  </a:lnTo>
                  <a:cubicBezTo>
                    <a:pt x="11731" y="12388"/>
                    <a:pt x="12391" y="12112"/>
                    <a:pt x="13137" y="12112"/>
                  </a:cubicBezTo>
                  <a:lnTo>
                    <a:pt x="17326" y="12112"/>
                  </a:lnTo>
                  <a:cubicBezTo>
                    <a:pt x="17785" y="12013"/>
                    <a:pt x="18243" y="11894"/>
                    <a:pt x="18674" y="11757"/>
                  </a:cubicBezTo>
                  <a:cubicBezTo>
                    <a:pt x="18903" y="11875"/>
                    <a:pt x="19075" y="12013"/>
                    <a:pt x="19161" y="12112"/>
                  </a:cubicBezTo>
                  <a:lnTo>
                    <a:pt x="21600" y="12112"/>
                  </a:lnTo>
                  <a:cubicBezTo>
                    <a:pt x="21513" y="11639"/>
                    <a:pt x="21199" y="11204"/>
                    <a:pt x="20681" y="10830"/>
                  </a:cubicBezTo>
                  <a:cubicBezTo>
                    <a:pt x="21141" y="10494"/>
                    <a:pt x="21485" y="10119"/>
                    <a:pt x="21600" y="9706"/>
                  </a:cubicBezTo>
                  <a:lnTo>
                    <a:pt x="21600" y="7870"/>
                  </a:lnTo>
                  <a:cubicBezTo>
                    <a:pt x="21600" y="7339"/>
                    <a:pt x="21256" y="6845"/>
                    <a:pt x="20681" y="6411"/>
                  </a:cubicBezTo>
                  <a:cubicBezTo>
                    <a:pt x="21141" y="6076"/>
                    <a:pt x="21485" y="5700"/>
                    <a:pt x="21600" y="5287"/>
                  </a:cubicBezTo>
                  <a:lnTo>
                    <a:pt x="21600" y="3472"/>
                  </a:lnTo>
                  <a:cubicBezTo>
                    <a:pt x="21600" y="1224"/>
                    <a:pt x="16035" y="0"/>
                    <a:pt x="10786"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562" name="Google Shape;427;p34"/>
            <p:cNvSpPr/>
            <p:nvPr/>
          </p:nvSpPr>
          <p:spPr>
            <a:xfrm>
              <a:off x="133811" y="235991"/>
              <a:ext cx="297971" cy="1995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288" y="2728"/>
                  </a:moveTo>
                  <a:lnTo>
                    <a:pt x="18288" y="17857"/>
                  </a:lnTo>
                  <a:lnTo>
                    <a:pt x="3286" y="17857"/>
                  </a:lnTo>
                  <a:lnTo>
                    <a:pt x="3286" y="2728"/>
                  </a:lnTo>
                  <a:close/>
                  <a:moveTo>
                    <a:pt x="2146" y="0"/>
                  </a:moveTo>
                  <a:cubicBezTo>
                    <a:pt x="1681" y="0"/>
                    <a:pt x="1319" y="583"/>
                    <a:pt x="1319" y="1247"/>
                  </a:cubicBezTo>
                  <a:lnTo>
                    <a:pt x="1319" y="17623"/>
                  </a:lnTo>
                  <a:lnTo>
                    <a:pt x="982" y="17741"/>
                  </a:lnTo>
                  <a:cubicBezTo>
                    <a:pt x="414" y="17975"/>
                    <a:pt x="0" y="18754"/>
                    <a:pt x="0" y="19652"/>
                  </a:cubicBezTo>
                  <a:cubicBezTo>
                    <a:pt x="0" y="20743"/>
                    <a:pt x="569" y="21600"/>
                    <a:pt x="1294" y="21600"/>
                  </a:cubicBezTo>
                  <a:lnTo>
                    <a:pt x="20306" y="21600"/>
                  </a:lnTo>
                  <a:cubicBezTo>
                    <a:pt x="21030" y="21600"/>
                    <a:pt x="21600" y="20743"/>
                    <a:pt x="21600" y="19652"/>
                  </a:cubicBezTo>
                  <a:cubicBezTo>
                    <a:pt x="21600" y="18754"/>
                    <a:pt x="21185" y="17975"/>
                    <a:pt x="20591" y="17741"/>
                  </a:cubicBezTo>
                  <a:lnTo>
                    <a:pt x="20281" y="17623"/>
                  </a:lnTo>
                  <a:lnTo>
                    <a:pt x="20281" y="1247"/>
                  </a:lnTo>
                  <a:cubicBezTo>
                    <a:pt x="20281" y="583"/>
                    <a:pt x="19917" y="0"/>
                    <a:pt x="19452"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gr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5" name="Google Shape;452;p36"/>
          <p:cNvSpPr txBox="1"/>
          <p:nvPr>
            <p:ph type="title"/>
          </p:nvPr>
        </p:nvSpPr>
        <p:spPr>
          <a:xfrm>
            <a:off x="3034705" y="863263"/>
            <a:ext cx="3074590" cy="367051"/>
          </a:xfrm>
          <a:prstGeom prst="rect">
            <a:avLst/>
          </a:prstGeom>
        </p:spPr>
        <p:txBody>
          <a:bodyPr/>
          <a:lstStyle>
            <a:lvl1pPr defTabSz="512063">
              <a:defRPr sz="1232"/>
            </a:lvl1pPr>
          </a:lstStyle>
          <a:p>
            <a:pPr/>
            <a:r>
              <a:t>Déclaration de vfork(2)</a:t>
            </a:r>
          </a:p>
        </p:txBody>
      </p:sp>
      <p:sp>
        <p:nvSpPr>
          <p:cNvPr id="566" name="Google Shape;453;p36"/>
          <p:cNvSpPr txBox="1"/>
          <p:nvPr>
            <p:ph type="body" sz="quarter" idx="1"/>
          </p:nvPr>
        </p:nvSpPr>
        <p:spPr>
          <a:xfrm>
            <a:off x="2881870" y="1847987"/>
            <a:ext cx="3380259" cy="2257626"/>
          </a:xfrm>
          <a:prstGeom prst="rect">
            <a:avLst/>
          </a:prstGeom>
        </p:spPr>
        <p:txBody>
          <a:bodyPr/>
          <a:lstStyle/>
          <a:p>
            <a:pPr indent="0"/>
            <a:r>
              <a:t>#include &lt;sys/types.h&gt;</a:t>
            </a:r>
          </a:p>
          <a:p>
            <a:pPr indent="0"/>
            <a:r>
              <a:t>#include &lt;unistd.h&gt;</a:t>
            </a:r>
          </a:p>
          <a:p>
            <a:pPr indent="0"/>
          </a:p>
          <a:p>
            <a:pPr indent="0"/>
            <a:r>
              <a:t>pid_t vfork(void);</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8" name="Google Shape;361;p30"/>
          <p:cNvSpPr txBox="1"/>
          <p:nvPr>
            <p:ph type="body" idx="1"/>
          </p:nvPr>
        </p:nvSpPr>
        <p:spPr>
          <a:xfrm>
            <a:off x="363435" y="1280482"/>
            <a:ext cx="6915254" cy="3117803"/>
          </a:xfrm>
          <a:prstGeom prst="rect">
            <a:avLst/>
          </a:prstGeom>
        </p:spPr>
        <p:txBody>
          <a:bodyPr/>
          <a:lstStyle/>
          <a:p>
            <a:pPr marL="0" indent="104139" defTabSz="749808">
              <a:buSzTx/>
              <a:buNone/>
              <a:defRPr sz="1476"/>
            </a:pPr>
            <a:r>
              <a:t>vfork() fournit une valeur de retour entière qui peut être utilisée pour différencier le père du fils ou indiquer une erreur.</a:t>
            </a:r>
          </a:p>
          <a:p>
            <a:pPr marL="0" indent="104139" defTabSz="749808">
              <a:buSzTx/>
              <a:buNone/>
              <a:defRPr sz="1476"/>
            </a:pPr>
          </a:p>
          <a:p>
            <a:pPr marL="0" indent="104139" defTabSz="749808">
              <a:buSzTx/>
              <a:buNone/>
              <a:defRPr sz="1476" u="sng"/>
            </a:pPr>
            <a:r>
              <a:t>BSD</a:t>
            </a:r>
            <a:r>
              <a:rPr u="none"/>
              <a:t> a introduit un </a:t>
            </a:r>
            <a:r>
              <a:t>appel système vfork()</a:t>
            </a:r>
            <a:r>
              <a:rPr u="none"/>
              <a:t> qui emprunte au </a:t>
            </a:r>
            <a:r>
              <a:t>père son espace d’adressage et son fils contrôle jusqu’à un appel à une fonction de la famille exec() ou _exit).</a:t>
            </a:r>
          </a:p>
          <a:p>
            <a:pPr marL="0" indent="104139" defTabSz="749808">
              <a:buSzTx/>
              <a:buNone/>
              <a:defRPr sz="1476"/>
            </a:pPr>
            <a:r>
              <a:t>Process père suspendu.</a:t>
            </a:r>
          </a:p>
          <a:p>
            <a:pPr marL="0" indent="104139" defTabSz="749808">
              <a:buSzTx/>
              <a:buNone/>
              <a:defRPr sz="1476"/>
            </a:pPr>
            <a:r>
              <a:t>Difficile à implémenter car, pour éviter de modifier les données du processus père, il faut être capable de déterminer quelles variables se trouvent dans des registres du processeur.</a:t>
            </a:r>
          </a:p>
          <a:p>
            <a:pPr marL="0" indent="104139" defTabSz="749808">
              <a:buSzTx/>
              <a:buNone/>
              <a:defRPr sz="1476"/>
            </a:pPr>
          </a:p>
          <a:p>
            <a:pPr marL="0" indent="104139" defTabSz="749808">
              <a:buSzTx/>
              <a:buNone/>
              <a:defRPr sz="1476"/>
            </a:pPr>
            <a:r>
              <a:t>Un fils peut se terminer de plusieurs manières.</a:t>
            </a:r>
          </a:p>
          <a:p>
            <a:pPr marL="0" indent="104139" defTabSz="749808">
              <a:buSzTx/>
              <a:buNone/>
              <a:defRPr sz="1476"/>
            </a:pPr>
            <a:r>
              <a:t>Fils peut pas devenir zombie 🧟‍♂️😵 -&gt; il utilise pid_t wait(int *ptr_state).</a:t>
            </a:r>
          </a:p>
        </p:txBody>
      </p:sp>
      <p:sp>
        <p:nvSpPr>
          <p:cNvPr id="569" name="Google Shape;362;p30"/>
          <p:cNvSpPr txBox="1"/>
          <p:nvPr>
            <p:ph type="title"/>
          </p:nvPr>
        </p:nvSpPr>
        <p:spPr>
          <a:xfrm>
            <a:off x="544950" y="485700"/>
            <a:ext cx="5614550" cy="669001"/>
          </a:xfrm>
          <a:prstGeom prst="rect">
            <a:avLst/>
          </a:prstGeom>
        </p:spPr>
        <p:txBody>
          <a:bodyPr/>
          <a:lstStyle/>
          <a:p>
            <a:pPr/>
            <a:r>
              <a:t>Fonctionnement</a:t>
            </a:r>
          </a:p>
        </p:txBody>
      </p:sp>
      <p:sp>
        <p:nvSpPr>
          <p:cNvPr id="570"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2"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73" name="Google Shape;361;p30"/>
          <p:cNvSpPr txBox="1"/>
          <p:nvPr>
            <p:ph type="body" sz="half" idx="1"/>
          </p:nvPr>
        </p:nvSpPr>
        <p:spPr>
          <a:xfrm>
            <a:off x="356342" y="2888603"/>
            <a:ext cx="8431316" cy="2130901"/>
          </a:xfrm>
          <a:prstGeom prst="rect">
            <a:avLst/>
          </a:prstGeom>
        </p:spPr>
        <p:txBody>
          <a:bodyPr/>
          <a:lstStyle/>
          <a:p>
            <a:pPr marL="0" indent="97789" defTabSz="704087">
              <a:buSzTx/>
              <a:buNone/>
              <a:defRPr sz="1386"/>
            </a:pPr>
            <a:r>
              <a:t>∗ Le process enfant a un ID de process (PID) unique, qui ne correspond à aucun ID de groupe de process actif</a:t>
            </a:r>
          </a:p>
          <a:p>
            <a:pPr marL="0" indent="97789" defTabSz="704087">
              <a:buSzTx/>
              <a:buNone/>
              <a:defRPr sz="1386"/>
            </a:pPr>
            <a:r>
              <a:t>∗ L’enfant n’hérite pas des threads de son père et n’en crée pas de nouveaux</a:t>
            </a:r>
          </a:p>
          <a:p>
            <a:pPr marL="0" indent="97789" defTabSz="704087">
              <a:buSzTx/>
              <a:buNone/>
              <a:defRPr sz="1386"/>
            </a:pPr>
            <a:r>
              <a:t>(’cat /proc/$PID/status’ -&gt; section ’Threads’ ou ’Thr’)</a:t>
            </a:r>
          </a:p>
          <a:p>
            <a:pPr marL="0" indent="97789" defTabSz="704087">
              <a:buSzTx/>
              <a:buNone/>
              <a:defRPr sz="1386"/>
            </a:pPr>
          </a:p>
          <a:p>
            <a:pPr marL="0" indent="97789" defTabSz="704087">
              <a:buSzTx/>
              <a:buNone/>
              <a:defRPr sz="1386"/>
            </a:pPr>
            <a:r>
              <a:t>Le process parent est arrêté jusqu’à ce que l’enfant quitte/exécute, mais cela est antérieur aux threads.</a:t>
            </a:r>
          </a:p>
          <a:p>
            <a:pPr marL="0" indent="97789" defTabSz="704087">
              <a:buSzTx/>
              <a:buNone/>
              <a:defRPr sz="1386"/>
            </a:pPr>
            <a:r>
              <a:t>Linux, par exemple, n’arrête que le seul thread du parent qui a appelé vfork(), pas tous les threads du père.</a:t>
            </a:r>
          </a:p>
        </p:txBody>
      </p:sp>
      <p:sp>
        <p:nvSpPr>
          <p:cNvPr id="574" name="Google Shape;362;p30"/>
          <p:cNvSpPr txBox="1"/>
          <p:nvPr>
            <p:ph type="title"/>
          </p:nvPr>
        </p:nvSpPr>
        <p:spPr>
          <a:xfrm>
            <a:off x="66346" y="779293"/>
            <a:ext cx="8702662" cy="925095"/>
          </a:xfrm>
          <a:prstGeom prst="rect">
            <a:avLst/>
          </a:prstGeom>
        </p:spPr>
        <p:txBody>
          <a:bodyPr/>
          <a:lstStyle/>
          <a:p>
            <a:pPr defTabSz="630936">
              <a:defRPr sz="2070"/>
            </a:pPr>
            <a:r>
              <a:t>Espace d’adressage du père non dupliqué, mais partagé avec le fils,</a:t>
            </a:r>
          </a:p>
          <a:p>
            <a:pPr defTabSz="630936">
              <a:defRPr sz="2070"/>
            </a:pPr>
            <a:r>
              <a:t>d’où le fait que le père soit mis en pause</a:t>
            </a:r>
          </a:p>
        </p:txBody>
      </p:sp>
      <p:grpSp>
        <p:nvGrpSpPr>
          <p:cNvPr id="577" name="Google Shape;452;p36"/>
          <p:cNvGrpSpPr/>
          <p:nvPr/>
        </p:nvGrpSpPr>
        <p:grpSpPr>
          <a:xfrm>
            <a:off x="3155655" y="43762"/>
            <a:ext cx="2688126" cy="538300"/>
            <a:chOff x="0" y="0"/>
            <a:chExt cx="2688125" cy="538299"/>
          </a:xfrm>
        </p:grpSpPr>
        <p:sp>
          <p:nvSpPr>
            <p:cNvPr id="575" name="Rectangle"/>
            <p:cNvSpPr/>
            <p:nvPr/>
          </p:nvSpPr>
          <p:spPr>
            <a:xfrm>
              <a:off x="-1" y="0"/>
              <a:ext cx="2688127" cy="53830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576" name="Particularités"/>
            <p:cNvSpPr txBox="1"/>
            <p:nvPr/>
          </p:nvSpPr>
          <p:spPr>
            <a:xfrm>
              <a:off x="-1" y="12625"/>
              <a:ext cx="2688127" cy="5130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b="1" sz="2200">
                  <a:latin typeface="Overpass Mono"/>
                  <a:ea typeface="Overpass Mono"/>
                  <a:cs typeface="Overpass Mono"/>
                  <a:sym typeface="Overpass Mono"/>
                </a:defRPr>
              </a:lvl1pPr>
            </a:lstStyle>
            <a:p>
              <a:pPr/>
              <a:r>
                <a:t>Particularités</a:t>
              </a:r>
            </a:p>
          </p:txBody>
        </p:sp>
      </p:grpSp>
      <p:sp>
        <p:nvSpPr>
          <p:cNvPr id="578" name="Google Shape;362;p30"/>
          <p:cNvSpPr txBox="1"/>
          <p:nvPr/>
        </p:nvSpPr>
        <p:spPr>
          <a:xfrm>
            <a:off x="103187" y="2101206"/>
            <a:ext cx="8937626" cy="6690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defTabSz="667512">
              <a:defRPr b="1" sz="2190">
                <a:solidFill>
                  <a:schemeClr val="accent2"/>
                </a:solidFill>
                <a:latin typeface="Overpass Mono"/>
                <a:ea typeface="Overpass Mono"/>
                <a:cs typeface="Overpass Mono"/>
                <a:sym typeface="Overpass Mono"/>
              </a:defRPr>
            </a:lvl1pPr>
          </a:lstStyle>
          <a:p>
            <a:pPr/>
            <a:r>
              <a:t>Copie presqu’exacte du père sauf pour notamment ces éléments :</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Google Shape;452;p36"/>
          <p:cNvSpPr txBox="1"/>
          <p:nvPr>
            <p:ph type="title"/>
          </p:nvPr>
        </p:nvSpPr>
        <p:spPr>
          <a:xfrm>
            <a:off x="3227937" y="133013"/>
            <a:ext cx="2688126" cy="538301"/>
          </a:xfrm>
          <a:prstGeom prst="rect">
            <a:avLst/>
          </a:prstGeom>
        </p:spPr>
        <p:txBody>
          <a:bodyPr/>
          <a:lstStyle>
            <a:lvl1pPr defTabSz="813816">
              <a:defRPr sz="1958"/>
            </a:lvl1pPr>
          </a:lstStyle>
          <a:p>
            <a:pPr/>
            <a:r>
              <a:t>Problèmes éventuels</a:t>
            </a:r>
          </a:p>
        </p:txBody>
      </p:sp>
      <p:sp>
        <p:nvSpPr>
          <p:cNvPr id="581" name="Google Shape;453;p36"/>
          <p:cNvSpPr txBox="1"/>
          <p:nvPr>
            <p:ph type="body" idx="1"/>
          </p:nvPr>
        </p:nvSpPr>
        <p:spPr>
          <a:xfrm>
            <a:off x="115651" y="834146"/>
            <a:ext cx="8912698" cy="4045758"/>
          </a:xfrm>
          <a:prstGeom prst="rect">
            <a:avLst/>
          </a:prstGeom>
        </p:spPr>
        <p:txBody>
          <a:bodyPr/>
          <a:lstStyle/>
          <a:p>
            <a:pPr indent="0" defTabSz="850391">
              <a:defRPr sz="1488"/>
            </a:pPr>
            <a:r>
              <a:t>La page de manuel de BSD indique que cet appel système sera supprimé quand des mécanismes de partage appropriés seront implémentés, et qu’il ne faut pas essayer de tirer profit du partage mémoire induit par vfork(), car dans ce cas, il sera rendu synonyme de fork(2) (cfr. problèmes sur PopOS Intel sur VM, MacOS Intel, MacOS Intel OpenSUSE VM, MacOS ARM OpenSUSE VM)</a:t>
            </a:r>
          </a:p>
          <a:p>
            <a:pPr indent="0" defTabSz="850391">
              <a:defRPr sz="1488"/>
            </a:pPr>
          </a:p>
          <a:p>
            <a:pPr indent="0" defTabSz="850391">
              <a:defRPr sz="1488"/>
            </a:pPr>
            <a:r>
              <a:t>Les détails de la gestion des signaux sont compliqués, et varient suivant les systèmes</a:t>
            </a:r>
          </a:p>
          <a:p>
            <a:pPr indent="0" defTabSz="850391">
              <a:defRPr sz="1488"/>
            </a:pPr>
            <a:r>
              <a:t>Lors de l’utilisation de vfork(), il arrive souvent que ce message apparaisse lors</a:t>
            </a:r>
          </a:p>
          <a:p>
            <a:pPr indent="0" defTabSz="850391">
              <a:defRPr sz="1488"/>
            </a:pPr>
            <a:r>
              <a:t>de la compilation, ce qui montre, par exemple, que l’exécution diffère d’un système</a:t>
            </a:r>
          </a:p>
          <a:p>
            <a:pPr indent="0" defTabSz="850391">
              <a:defRPr sz="1488"/>
            </a:pPr>
            <a:r>
              <a:t>à un autre :</a:t>
            </a:r>
          </a:p>
          <a:p>
            <a:pPr indent="0" defTabSz="850391">
              <a:defRPr sz="1488">
                <a:solidFill>
                  <a:srgbClr val="FBE600"/>
                </a:solidFill>
              </a:defRPr>
            </a:pPr>
            <a:r>
              <a:t>This system call is deprecated. In a future release, it may begin to return</a:t>
            </a:r>
          </a:p>
          <a:p>
            <a:pPr indent="0" defTabSz="850391">
              <a:defRPr sz="1488">
                <a:solidFill>
                  <a:srgbClr val="FBE600"/>
                </a:solidFill>
              </a:defRPr>
            </a:pPr>
            <a:r>
              <a:t>errors in all cases, or may be removed entirely. It is extremely strongly recommended</a:t>
            </a:r>
          </a:p>
          <a:p>
            <a:pPr indent="0" defTabSz="850391">
              <a:defRPr sz="1488">
                <a:solidFill>
                  <a:srgbClr val="FBE600"/>
                </a:solidFill>
              </a:defRPr>
            </a:pPr>
            <a:r>
              <a:t>to replace all uses with fork(2) or, ideally, posix_spawn(3).</a:t>
            </a:r>
          </a:p>
          <a:p>
            <a:pPr indent="0" defTabSz="850391">
              <a:defRPr sz="1488">
                <a:solidFill>
                  <a:schemeClr val="accent2"/>
                </a:solidFill>
              </a:defRPr>
            </a:pPr>
          </a:p>
          <a:p>
            <a:pPr indent="0" defTabSz="850391">
              <a:defRPr sz="1488"/>
            </a:pPr>
            <a:r>
              <a:t>Mais vfork() a les avantages de fork, et aucun de ses inconvénients !</a:t>
            </a:r>
          </a:p>
          <a:p>
            <a:pPr indent="0" defTabSz="850391">
              <a:defRPr sz="1488"/>
            </a:pPr>
            <a:r>
              <a:t>vfork() a un inconvénient : que le parent (en particulier : le thread dans le parent qui appelle</a:t>
            </a:r>
          </a:p>
          <a:p>
            <a:pPr indent="0" defTabSz="850391">
              <a:defRPr sz="1488"/>
            </a:pPr>
            <a:r>
              <a:t>vfork()) et l’enfant partagent une pile, ce qui nécessite que le thread du parent ayant appelé vfork soit arrêté jusqu’à ce que l’enfant exec()s ou _exit( ).</a:t>
            </a:r>
          </a:p>
          <a:p>
            <a:pPr indent="0" defTabSz="850391">
              <a:defRPr sz="1488"/>
            </a:pPr>
            <a:r>
              <a:t>Solution pour threads : utiliser nouvelle pile.</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3" name="Google Shape;506;p38"/>
          <p:cNvSpPr txBox="1"/>
          <p:nvPr>
            <p:ph type="body" sz="quarter" idx="1"/>
          </p:nvPr>
        </p:nvSpPr>
        <p:spPr>
          <a:xfrm>
            <a:off x="311699" y="3306869"/>
            <a:ext cx="8520602" cy="651001"/>
          </a:xfrm>
          <a:prstGeom prst="rect">
            <a:avLst/>
          </a:prstGeom>
        </p:spPr>
        <p:txBody>
          <a:bodyPr/>
          <a:lstStyle/>
          <a:p>
            <a:pPr/>
          </a:p>
        </p:txBody>
      </p:sp>
      <p:sp>
        <p:nvSpPr>
          <p:cNvPr id="584" name="Google Shape;507;p38"/>
          <p:cNvSpPr txBox="1"/>
          <p:nvPr>
            <p:ph type="title"/>
          </p:nvPr>
        </p:nvSpPr>
        <p:spPr>
          <a:xfrm>
            <a:off x="311699" y="1847849"/>
            <a:ext cx="8520602" cy="1382702"/>
          </a:xfrm>
          <a:prstGeom prst="rect">
            <a:avLst/>
          </a:prstGeom>
        </p:spPr>
        <p:txBody>
          <a:bodyPr/>
          <a:lstStyle>
            <a:lvl1pPr defTabSz="667512">
              <a:defRPr sz="9125"/>
            </a:lvl1pPr>
          </a:lstStyle>
          <a:p>
            <a:pPr/>
            <a:r>
              <a:t>Code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6" name="Google Shape;386;p34"/>
          <p:cNvSpPr txBox="1"/>
          <p:nvPr>
            <p:ph type="title"/>
          </p:nvPr>
        </p:nvSpPr>
        <p:spPr>
          <a:xfrm>
            <a:off x="1278049" y="343200"/>
            <a:ext cx="6588002" cy="669001"/>
          </a:xfrm>
          <a:prstGeom prst="rect">
            <a:avLst/>
          </a:prstGeom>
        </p:spPr>
        <p:txBody>
          <a:bodyPr lIns="91424" tIns="91424" rIns="91424" bIns="91424" anchor="t"/>
          <a:lstStyle>
            <a:lvl1pPr algn="ctr">
              <a:defRPr sz="3000">
                <a:solidFill>
                  <a:schemeClr val="accent2"/>
                </a:solidFill>
              </a:defRPr>
            </a:lvl1pPr>
          </a:lstStyle>
          <a:p>
            <a:pPr/>
            <a:r>
              <a:t>clone()</a:t>
            </a:r>
          </a:p>
        </p:txBody>
      </p:sp>
      <p:sp>
        <p:nvSpPr>
          <p:cNvPr id="587" name="Google Shape;387;p34"/>
          <p:cNvSpPr/>
          <p:nvPr/>
        </p:nvSpPr>
        <p:spPr>
          <a:xfrm flipH="1">
            <a:off x="7903723" y="1829924"/>
            <a:ext cx="407859" cy="1796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88" name="Google Shape;388;p34"/>
          <p:cNvSpPr/>
          <p:nvPr/>
        </p:nvSpPr>
        <p:spPr>
          <a:xfrm flipH="1">
            <a:off x="1187625" y="3498426"/>
            <a:ext cx="218363" cy="1795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89" name="Google Shape;389;p34"/>
          <p:cNvSpPr/>
          <p:nvPr/>
        </p:nvSpPr>
        <p:spPr>
          <a:xfrm flipH="1">
            <a:off x="1082120" y="2126826"/>
            <a:ext cx="323907"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90" name="Google Shape;390;p34"/>
          <p:cNvSpPr/>
          <p:nvPr/>
        </p:nvSpPr>
        <p:spPr>
          <a:xfrm>
            <a:off x="7737379" y="3498426"/>
            <a:ext cx="407812" cy="179599"/>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91" name="Google Shape;391;p34"/>
          <p:cNvSpPr/>
          <p:nvPr/>
        </p:nvSpPr>
        <p:spPr>
          <a:xfrm flipH="1">
            <a:off x="7734274" y="2126826"/>
            <a:ext cx="218405"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92" name="Google Shape;392;p34"/>
          <p:cNvSpPr/>
          <p:nvPr/>
        </p:nvSpPr>
        <p:spPr>
          <a:xfrm flipH="1">
            <a:off x="637061" y="2424551"/>
            <a:ext cx="471451" cy="17877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93" name="Google Shape;393;p34"/>
          <p:cNvSpPr/>
          <p:nvPr/>
        </p:nvSpPr>
        <p:spPr>
          <a:xfrm flipH="1" rot="16200000">
            <a:off x="1333499" y="1829924"/>
            <a:ext cx="773402" cy="773401"/>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594" name="Google Shape;394;p34"/>
          <p:cNvSpPr txBox="1"/>
          <p:nvPr/>
        </p:nvSpPr>
        <p:spPr>
          <a:xfrm>
            <a:off x="2357433" y="1775349"/>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defRPr b="1" sz="2200">
                <a:latin typeface="Overpass Mono"/>
                <a:ea typeface="Overpass Mono"/>
                <a:cs typeface="Overpass Mono"/>
                <a:sym typeface="Overpass Mono"/>
              </a:defRPr>
            </a:lvl1pPr>
          </a:lstStyle>
          <a:p>
            <a:pPr/>
            <a:r>
              <a:t>Qu’est-ce</a:t>
            </a:r>
          </a:p>
        </p:txBody>
      </p:sp>
      <p:sp>
        <p:nvSpPr>
          <p:cNvPr id="595" name="Google Shape;395;p34"/>
          <p:cNvSpPr txBox="1"/>
          <p:nvPr/>
        </p:nvSpPr>
        <p:spPr>
          <a:xfrm>
            <a:off x="4805612" y="1775427"/>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latin typeface="Overpass Mono"/>
                <a:ea typeface="Overpass Mono"/>
                <a:cs typeface="Overpass Mono"/>
                <a:sym typeface="Overpass Mono"/>
              </a:defRPr>
            </a:lvl1pPr>
          </a:lstStyle>
          <a:p>
            <a:pPr/>
            <a:r>
              <a:t>Historique</a:t>
            </a:r>
          </a:p>
        </p:txBody>
      </p:sp>
      <p:sp>
        <p:nvSpPr>
          <p:cNvPr id="596" name="Google Shape;396;p34"/>
          <p:cNvSpPr txBox="1"/>
          <p:nvPr>
            <p:ph type="body" sz="quarter" idx="1"/>
          </p:nvPr>
        </p:nvSpPr>
        <p:spPr>
          <a:xfrm>
            <a:off x="4714175" y="2208198"/>
            <a:ext cx="2163901" cy="413100"/>
          </a:xfrm>
          <a:prstGeom prst="rect">
            <a:avLst/>
          </a:prstGeom>
        </p:spPr>
        <p:txBody>
          <a:bodyPr/>
          <a:lstStyle>
            <a:lvl1pPr marL="0" indent="0" defTabSz="886968">
              <a:defRPr sz="1358"/>
            </a:lvl1pPr>
          </a:lstStyle>
          <a:p>
            <a:pPr/>
            <a:r>
              <a:t>2003 avec NPTL qui fait partie de BSD</a:t>
            </a:r>
          </a:p>
        </p:txBody>
      </p:sp>
      <p:sp>
        <p:nvSpPr>
          <p:cNvPr id="597" name="Google Shape;397;p34"/>
          <p:cNvSpPr txBox="1"/>
          <p:nvPr/>
        </p:nvSpPr>
        <p:spPr>
          <a:xfrm>
            <a:off x="2357426" y="3155675"/>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defTabSz="850391">
              <a:defRPr b="1" sz="2046">
                <a:latin typeface="Overpass Mono"/>
                <a:ea typeface="Overpass Mono"/>
                <a:cs typeface="Overpass Mono"/>
                <a:sym typeface="Overpass Mono"/>
              </a:defRPr>
            </a:lvl1pPr>
          </a:lstStyle>
          <a:p>
            <a:pPr/>
            <a:r>
              <a:t>Valeur de retour</a:t>
            </a:r>
          </a:p>
        </p:txBody>
      </p:sp>
      <p:sp>
        <p:nvSpPr>
          <p:cNvPr id="598" name="Google Shape;398;p34"/>
          <p:cNvSpPr txBox="1"/>
          <p:nvPr/>
        </p:nvSpPr>
        <p:spPr>
          <a:xfrm>
            <a:off x="2357425" y="3585924"/>
            <a:ext cx="2163901" cy="59922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defTabSz="557784">
              <a:defRPr sz="976">
                <a:latin typeface="Anaheim"/>
                <a:ea typeface="Anaheim"/>
                <a:cs typeface="Anaheim"/>
                <a:sym typeface="Anaheim"/>
              </a:defRPr>
            </a:pPr>
            <a:r>
              <a:t>-1 ou PID de l’enfant pour le père</a:t>
            </a:r>
          </a:p>
          <a:p>
            <a:pPr defTabSz="557784">
              <a:defRPr sz="976">
                <a:latin typeface="Anaheim"/>
                <a:ea typeface="Anaheim"/>
                <a:cs typeface="Anaheim"/>
                <a:sym typeface="Anaheim"/>
              </a:defRPr>
            </a:pPr>
            <a:r>
              <a:t>Clone() point vers fn qui retourne un int utilisé par l’enfant comme val de return</a:t>
            </a:r>
          </a:p>
        </p:txBody>
      </p:sp>
      <p:sp>
        <p:nvSpPr>
          <p:cNvPr id="599" name="Google Shape;399;p34"/>
          <p:cNvSpPr txBox="1"/>
          <p:nvPr/>
        </p:nvSpPr>
        <p:spPr>
          <a:xfrm>
            <a:off x="4805624" y="3155754"/>
            <a:ext cx="1981051" cy="35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lvl1pPr algn="r">
              <a:defRPr b="1" sz="2200">
                <a:latin typeface="Overpass Mono"/>
                <a:ea typeface="Overpass Mono"/>
                <a:cs typeface="Overpass Mono"/>
                <a:sym typeface="Overpass Mono"/>
              </a:defRPr>
            </a:lvl1pPr>
          </a:lstStyle>
          <a:p>
            <a:pPr/>
            <a:r>
              <a:t>Particularités</a:t>
            </a:r>
          </a:p>
        </p:txBody>
      </p:sp>
      <p:sp>
        <p:nvSpPr>
          <p:cNvPr id="600" name="Google Shape;400;p34"/>
          <p:cNvSpPr txBox="1"/>
          <p:nvPr/>
        </p:nvSpPr>
        <p:spPr>
          <a:xfrm>
            <a:off x="4771858" y="3585924"/>
            <a:ext cx="2014793" cy="46081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defTabSz="612648">
              <a:defRPr sz="1072">
                <a:latin typeface="Anaheim"/>
                <a:ea typeface="Anaheim"/>
                <a:cs typeface="Anaheim"/>
                <a:sym typeface="Anaheim"/>
              </a:defRPr>
            </a:lvl1pPr>
          </a:lstStyle>
          <a:p>
            <a:pPr/>
            <a:r>
              <a:t>Grâce aux flags, possible de manier certains paramètres de création du process fils</a:t>
            </a:r>
          </a:p>
        </p:txBody>
      </p:sp>
      <p:sp>
        <p:nvSpPr>
          <p:cNvPr id="601" name="Google Shape;401;p34"/>
          <p:cNvSpPr/>
          <p:nvPr/>
        </p:nvSpPr>
        <p:spPr>
          <a:xfrm>
            <a:off x="7019924" y="1829924"/>
            <a:ext cx="773402" cy="773401"/>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02" name="Google Shape;402;p34"/>
          <p:cNvSpPr/>
          <p:nvPr/>
        </p:nvSpPr>
        <p:spPr>
          <a:xfrm flipH="1" rot="10800000">
            <a:off x="1333499" y="3201524"/>
            <a:ext cx="773402" cy="773401"/>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03" name="Google Shape;403;p34"/>
          <p:cNvSpPr/>
          <p:nvPr/>
        </p:nvSpPr>
        <p:spPr>
          <a:xfrm>
            <a:off x="7935195" y="3200674"/>
            <a:ext cx="471464" cy="179699"/>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04" name="Google Shape;404;p34"/>
          <p:cNvSpPr/>
          <p:nvPr/>
        </p:nvSpPr>
        <p:spPr>
          <a:xfrm>
            <a:off x="8250834" y="3498425"/>
            <a:ext cx="377598"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05" name="Google Shape;405;p34"/>
          <p:cNvSpPr/>
          <p:nvPr/>
        </p:nvSpPr>
        <p:spPr>
          <a:xfrm>
            <a:off x="7949949" y="3796151"/>
            <a:ext cx="300884" cy="17877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06" name="Google Shape;406;p34"/>
          <p:cNvSpPr/>
          <p:nvPr/>
        </p:nvSpPr>
        <p:spPr>
          <a:xfrm rot="5400000">
            <a:off x="7019924" y="3201524"/>
            <a:ext cx="773401" cy="773401"/>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07" name="Google Shape;407;p34"/>
          <p:cNvSpPr/>
          <p:nvPr/>
        </p:nvSpPr>
        <p:spPr>
          <a:xfrm flipH="1">
            <a:off x="728558" y="3201524"/>
            <a:ext cx="488820" cy="17969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08" name="Google Shape;408;p34"/>
          <p:cNvSpPr/>
          <p:nvPr/>
        </p:nvSpPr>
        <p:spPr>
          <a:xfrm flipH="1">
            <a:off x="514320" y="3498426"/>
            <a:ext cx="570155" cy="1795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09" name="Google Shape;409;p34"/>
          <p:cNvSpPr/>
          <p:nvPr/>
        </p:nvSpPr>
        <p:spPr>
          <a:xfrm flipH="1">
            <a:off x="877356" y="3796151"/>
            <a:ext cx="323868" cy="178773"/>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10" name="Google Shape;410;p34"/>
          <p:cNvSpPr/>
          <p:nvPr/>
        </p:nvSpPr>
        <p:spPr>
          <a:xfrm flipH="1">
            <a:off x="514392" y="1829924"/>
            <a:ext cx="702978" cy="179699"/>
          </a:xfrm>
          <a:prstGeom prst="rect">
            <a:avLst/>
          </a:pr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11" name="Google Shape;411;p34"/>
          <p:cNvSpPr/>
          <p:nvPr/>
        </p:nvSpPr>
        <p:spPr>
          <a:xfrm flipH="1">
            <a:off x="783207" y="2127251"/>
            <a:ext cx="178813" cy="179599"/>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12" name="Google Shape;412;p34"/>
          <p:cNvSpPr/>
          <p:nvPr/>
        </p:nvSpPr>
        <p:spPr>
          <a:xfrm flipH="1">
            <a:off x="8071052" y="2126826"/>
            <a:ext cx="570067" cy="179599"/>
          </a:xfrm>
          <a:prstGeom prst="rect">
            <a:avLst/>
          </a:prstGeom>
          <a:solidFill>
            <a:schemeClr val="accent3"/>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13" name="Google Shape;413;p34"/>
          <p:cNvSpPr/>
          <p:nvPr/>
        </p:nvSpPr>
        <p:spPr>
          <a:xfrm flipH="1">
            <a:off x="7930660" y="2424551"/>
            <a:ext cx="471451" cy="178774"/>
          </a:xfrm>
          <a:prstGeom prst="rect">
            <a:avLst/>
          </a:prstGeom>
          <a:solidFill>
            <a:srgbClr val="FFFFFF">
              <a:alpha val="31370"/>
            </a:srgbClr>
          </a:solidFill>
          <a:ln w="12700">
            <a:miter lim="400000"/>
          </a:ln>
        </p:spPr>
        <p:txBody>
          <a:bodyPr lIns="45719" rIns="45719" anchor="ctr"/>
          <a:lstStyle/>
          <a:p>
            <a:pPr>
              <a:defRPr sz="1400">
                <a:solidFill>
                  <a:srgbClr val="000000"/>
                </a:solidFill>
                <a:latin typeface="+mn-lt"/>
                <a:ea typeface="+mn-ea"/>
                <a:cs typeface="+mn-cs"/>
                <a:sym typeface="Arial"/>
              </a:defRPr>
            </a:pPr>
          </a:p>
        </p:txBody>
      </p:sp>
      <p:sp>
        <p:nvSpPr>
          <p:cNvPr id="614" name="Google Shape;414;p34"/>
          <p:cNvSpPr txBox="1"/>
          <p:nvPr/>
        </p:nvSpPr>
        <p:spPr>
          <a:xfrm>
            <a:off x="2357433" y="2208196"/>
            <a:ext cx="1981051" cy="32167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539495">
              <a:defRPr sz="943">
                <a:latin typeface="Anaheim"/>
                <a:ea typeface="Anaheim"/>
                <a:cs typeface="Anaheim"/>
                <a:sym typeface="Anaheim"/>
              </a:defRPr>
            </a:lvl1pPr>
          </a:lstStyle>
          <a:p>
            <a:pPr/>
            <a:r>
              <a:t>Création avec duplication ou non des attributs et espaces que le parent</a:t>
            </a:r>
          </a:p>
        </p:txBody>
      </p:sp>
      <p:sp>
        <p:nvSpPr>
          <p:cNvPr id="615" name="Google Shape;415;p34"/>
          <p:cNvSpPr/>
          <p:nvPr/>
        </p:nvSpPr>
        <p:spPr>
          <a:xfrm>
            <a:off x="1489627" y="3357834"/>
            <a:ext cx="461176" cy="4608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60" y="6398"/>
                </a:moveTo>
                <a:cubicBezTo>
                  <a:pt x="14816" y="6398"/>
                  <a:pt x="15188" y="6771"/>
                  <a:pt x="15188" y="7244"/>
                </a:cubicBezTo>
                <a:lnTo>
                  <a:pt x="15188" y="14355"/>
                </a:lnTo>
                <a:cubicBezTo>
                  <a:pt x="15188" y="14811"/>
                  <a:pt x="14816" y="15200"/>
                  <a:pt x="14360" y="15200"/>
                </a:cubicBezTo>
                <a:lnTo>
                  <a:pt x="7238" y="15200"/>
                </a:lnTo>
                <a:cubicBezTo>
                  <a:pt x="6782" y="15200"/>
                  <a:pt x="6410" y="14811"/>
                  <a:pt x="6410" y="14355"/>
                </a:cubicBezTo>
                <a:lnTo>
                  <a:pt x="6410" y="7244"/>
                </a:lnTo>
                <a:cubicBezTo>
                  <a:pt x="6410" y="6771"/>
                  <a:pt x="6782" y="6398"/>
                  <a:pt x="7238" y="6398"/>
                </a:cubicBezTo>
                <a:close/>
                <a:moveTo>
                  <a:pt x="6511" y="0"/>
                </a:moveTo>
                <a:cubicBezTo>
                  <a:pt x="5987" y="0"/>
                  <a:pt x="5565" y="422"/>
                  <a:pt x="5565" y="947"/>
                </a:cubicBezTo>
                <a:lnTo>
                  <a:pt x="5565" y="2844"/>
                </a:lnTo>
                <a:lnTo>
                  <a:pt x="4363" y="2844"/>
                </a:lnTo>
                <a:cubicBezTo>
                  <a:pt x="3518" y="2844"/>
                  <a:pt x="2841" y="3520"/>
                  <a:pt x="2841" y="4349"/>
                </a:cubicBezTo>
                <a:lnTo>
                  <a:pt x="2841" y="5552"/>
                </a:lnTo>
                <a:lnTo>
                  <a:pt x="946" y="5552"/>
                </a:lnTo>
                <a:cubicBezTo>
                  <a:pt x="422" y="5552"/>
                  <a:pt x="0" y="5974"/>
                  <a:pt x="0" y="6500"/>
                </a:cubicBezTo>
                <a:cubicBezTo>
                  <a:pt x="0" y="7025"/>
                  <a:pt x="422" y="7447"/>
                  <a:pt x="946" y="7447"/>
                </a:cubicBezTo>
                <a:lnTo>
                  <a:pt x="2841" y="7447"/>
                </a:lnTo>
                <a:lnTo>
                  <a:pt x="2841" y="9852"/>
                </a:lnTo>
                <a:lnTo>
                  <a:pt x="946" y="9852"/>
                </a:lnTo>
                <a:cubicBezTo>
                  <a:pt x="422" y="9852"/>
                  <a:pt x="0" y="10275"/>
                  <a:pt x="0" y="10800"/>
                </a:cubicBezTo>
                <a:cubicBezTo>
                  <a:pt x="0" y="11325"/>
                  <a:pt x="422" y="11747"/>
                  <a:pt x="946" y="11747"/>
                </a:cubicBezTo>
                <a:lnTo>
                  <a:pt x="2841" y="11747"/>
                </a:lnTo>
                <a:lnTo>
                  <a:pt x="2841" y="14134"/>
                </a:lnTo>
                <a:lnTo>
                  <a:pt x="946" y="14134"/>
                </a:lnTo>
                <a:cubicBezTo>
                  <a:pt x="422" y="14134"/>
                  <a:pt x="0" y="14558"/>
                  <a:pt x="0" y="15082"/>
                </a:cubicBezTo>
                <a:cubicBezTo>
                  <a:pt x="0" y="15607"/>
                  <a:pt x="422" y="16031"/>
                  <a:pt x="946" y="16031"/>
                </a:cubicBezTo>
                <a:lnTo>
                  <a:pt x="2841" y="16031"/>
                </a:lnTo>
                <a:lnTo>
                  <a:pt x="2841" y="17249"/>
                </a:lnTo>
                <a:cubicBezTo>
                  <a:pt x="2841" y="18078"/>
                  <a:pt x="3518" y="18756"/>
                  <a:pt x="4363" y="18756"/>
                </a:cubicBezTo>
                <a:lnTo>
                  <a:pt x="5565" y="18756"/>
                </a:lnTo>
                <a:lnTo>
                  <a:pt x="5565" y="20652"/>
                </a:lnTo>
                <a:cubicBezTo>
                  <a:pt x="5565" y="21176"/>
                  <a:pt x="5987" y="21600"/>
                  <a:pt x="6511" y="21600"/>
                </a:cubicBezTo>
                <a:cubicBezTo>
                  <a:pt x="7037" y="21600"/>
                  <a:pt x="7459" y="21176"/>
                  <a:pt x="7459" y="20652"/>
                </a:cubicBezTo>
                <a:lnTo>
                  <a:pt x="7459" y="18756"/>
                </a:lnTo>
                <a:lnTo>
                  <a:pt x="9844" y="18756"/>
                </a:lnTo>
                <a:lnTo>
                  <a:pt x="9844" y="20652"/>
                </a:lnTo>
                <a:cubicBezTo>
                  <a:pt x="9844" y="21176"/>
                  <a:pt x="10284" y="21600"/>
                  <a:pt x="10791" y="21600"/>
                </a:cubicBezTo>
                <a:cubicBezTo>
                  <a:pt x="11316" y="21600"/>
                  <a:pt x="11739" y="21176"/>
                  <a:pt x="11739" y="20652"/>
                </a:cubicBezTo>
                <a:lnTo>
                  <a:pt x="11739" y="18756"/>
                </a:lnTo>
                <a:lnTo>
                  <a:pt x="14140" y="18756"/>
                </a:lnTo>
                <a:lnTo>
                  <a:pt x="14140" y="20652"/>
                </a:lnTo>
                <a:cubicBezTo>
                  <a:pt x="14140" y="21176"/>
                  <a:pt x="14563" y="21600"/>
                  <a:pt x="15088" y="21600"/>
                </a:cubicBezTo>
                <a:cubicBezTo>
                  <a:pt x="15612" y="21600"/>
                  <a:pt x="16035" y="21176"/>
                  <a:pt x="16035" y="20652"/>
                </a:cubicBezTo>
                <a:lnTo>
                  <a:pt x="16035" y="18756"/>
                </a:lnTo>
                <a:lnTo>
                  <a:pt x="17236" y="18756"/>
                </a:lnTo>
                <a:cubicBezTo>
                  <a:pt x="18081" y="18756"/>
                  <a:pt x="18759" y="18078"/>
                  <a:pt x="18759" y="17249"/>
                </a:cubicBezTo>
                <a:lnTo>
                  <a:pt x="18759" y="16031"/>
                </a:lnTo>
                <a:lnTo>
                  <a:pt x="20652" y="16031"/>
                </a:lnTo>
                <a:cubicBezTo>
                  <a:pt x="21177" y="16031"/>
                  <a:pt x="21600" y="15607"/>
                  <a:pt x="21600" y="15082"/>
                </a:cubicBezTo>
                <a:cubicBezTo>
                  <a:pt x="21600" y="14558"/>
                  <a:pt x="21177" y="14134"/>
                  <a:pt x="20652" y="14134"/>
                </a:cubicBezTo>
                <a:lnTo>
                  <a:pt x="18759" y="14134"/>
                </a:lnTo>
                <a:lnTo>
                  <a:pt x="18759" y="11747"/>
                </a:lnTo>
                <a:lnTo>
                  <a:pt x="20652" y="11747"/>
                </a:lnTo>
                <a:cubicBezTo>
                  <a:pt x="21177" y="11747"/>
                  <a:pt x="21600" y="11325"/>
                  <a:pt x="21600" y="10800"/>
                </a:cubicBezTo>
                <a:cubicBezTo>
                  <a:pt x="21600" y="10275"/>
                  <a:pt x="21177" y="9852"/>
                  <a:pt x="20652" y="9852"/>
                </a:cubicBezTo>
                <a:lnTo>
                  <a:pt x="18759" y="9852"/>
                </a:lnTo>
                <a:lnTo>
                  <a:pt x="18759" y="7447"/>
                </a:lnTo>
                <a:lnTo>
                  <a:pt x="20652" y="7447"/>
                </a:lnTo>
                <a:cubicBezTo>
                  <a:pt x="21177" y="7447"/>
                  <a:pt x="21600" y="7025"/>
                  <a:pt x="21600" y="6500"/>
                </a:cubicBezTo>
                <a:cubicBezTo>
                  <a:pt x="21600" y="5974"/>
                  <a:pt x="21177" y="5552"/>
                  <a:pt x="20652" y="5552"/>
                </a:cubicBezTo>
                <a:lnTo>
                  <a:pt x="18759" y="5552"/>
                </a:lnTo>
                <a:lnTo>
                  <a:pt x="18759" y="4349"/>
                </a:lnTo>
                <a:cubicBezTo>
                  <a:pt x="18759" y="3520"/>
                  <a:pt x="18081" y="2844"/>
                  <a:pt x="17236" y="2844"/>
                </a:cubicBezTo>
                <a:lnTo>
                  <a:pt x="16035" y="2844"/>
                </a:lnTo>
                <a:lnTo>
                  <a:pt x="16035" y="947"/>
                </a:lnTo>
                <a:cubicBezTo>
                  <a:pt x="16035" y="422"/>
                  <a:pt x="15612" y="0"/>
                  <a:pt x="15088" y="0"/>
                </a:cubicBezTo>
                <a:cubicBezTo>
                  <a:pt x="14563" y="0"/>
                  <a:pt x="14140" y="422"/>
                  <a:pt x="14140" y="947"/>
                </a:cubicBezTo>
                <a:lnTo>
                  <a:pt x="14140" y="2844"/>
                </a:lnTo>
                <a:lnTo>
                  <a:pt x="11739" y="2844"/>
                </a:lnTo>
                <a:lnTo>
                  <a:pt x="11739" y="947"/>
                </a:lnTo>
                <a:cubicBezTo>
                  <a:pt x="11739" y="422"/>
                  <a:pt x="11316" y="0"/>
                  <a:pt x="10791" y="0"/>
                </a:cubicBezTo>
                <a:cubicBezTo>
                  <a:pt x="10284" y="0"/>
                  <a:pt x="9844" y="422"/>
                  <a:pt x="9844" y="947"/>
                </a:cubicBezTo>
                <a:lnTo>
                  <a:pt x="9844" y="2844"/>
                </a:lnTo>
                <a:lnTo>
                  <a:pt x="7459" y="2844"/>
                </a:lnTo>
                <a:lnTo>
                  <a:pt x="7459" y="947"/>
                </a:lnTo>
                <a:cubicBezTo>
                  <a:pt x="7459" y="422"/>
                  <a:pt x="7037" y="0"/>
                  <a:pt x="6511" y="0"/>
                </a:cubicBezTo>
                <a:close/>
              </a:path>
            </a:pathLst>
          </a:custGeom>
          <a:solidFill>
            <a:srgbClr val="FFFFFF"/>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620" name="Google Shape;416;p34"/>
          <p:cNvGrpSpPr/>
          <p:nvPr/>
        </p:nvGrpSpPr>
        <p:grpSpPr>
          <a:xfrm>
            <a:off x="7178825" y="3360347"/>
            <a:ext cx="455855" cy="455756"/>
            <a:chOff x="0" y="0"/>
            <a:chExt cx="455854" cy="455754"/>
          </a:xfrm>
        </p:grpSpPr>
        <p:sp>
          <p:nvSpPr>
            <p:cNvPr id="616" name="Google Shape;417;p34"/>
            <p:cNvSpPr/>
            <p:nvPr/>
          </p:nvSpPr>
          <p:spPr>
            <a:xfrm>
              <a:off x="1900" y="148437"/>
              <a:ext cx="113050" cy="1144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0559" y="950"/>
                    <a:pt x="0" y="14446"/>
                    <a:pt x="0" y="14446"/>
                  </a:cubicBezTo>
                  <a:lnTo>
                    <a:pt x="7314" y="21600"/>
                  </a:lnTo>
                  <a:cubicBezTo>
                    <a:pt x="7523" y="21125"/>
                    <a:pt x="7795" y="20576"/>
                    <a:pt x="8143" y="20100"/>
                  </a:cubicBezTo>
                  <a:cubicBezTo>
                    <a:pt x="14767" y="10628"/>
                    <a:pt x="18702" y="4493"/>
                    <a:pt x="2160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617" name="Google Shape;418;p34"/>
            <p:cNvSpPr/>
            <p:nvPr/>
          </p:nvSpPr>
          <p:spPr>
            <a:xfrm>
              <a:off x="192927" y="340914"/>
              <a:ext cx="114506" cy="1126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7103" y="2908"/>
                    <a:pt x="10969" y="6851"/>
                    <a:pt x="1499" y="13499"/>
                  </a:cubicBezTo>
                  <a:cubicBezTo>
                    <a:pt x="1024" y="13847"/>
                    <a:pt x="481" y="14127"/>
                    <a:pt x="0" y="14330"/>
                  </a:cubicBezTo>
                  <a:lnTo>
                    <a:pt x="7158" y="21600"/>
                  </a:lnTo>
                  <a:cubicBezTo>
                    <a:pt x="7158" y="21600"/>
                    <a:pt x="20644" y="11079"/>
                    <a:pt x="2160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618" name="Google Shape;419;p34"/>
            <p:cNvSpPr/>
            <p:nvPr/>
          </p:nvSpPr>
          <p:spPr>
            <a:xfrm>
              <a:off x="0" y="313465"/>
              <a:ext cx="142400" cy="142290"/>
            </a:xfrm>
            <a:custGeom>
              <a:avLst/>
              <a:gdLst/>
              <a:ahLst/>
              <a:cxnLst>
                <a:cxn ang="0">
                  <a:pos x="wd2" y="hd2"/>
                </a:cxn>
                <a:cxn ang="5400000">
                  <a:pos x="wd2" y="hd2"/>
                </a:cxn>
                <a:cxn ang="10800000">
                  <a:pos x="wd2" y="hd2"/>
                </a:cxn>
                <a:cxn ang="16200000">
                  <a:pos x="wd2" y="hd2"/>
                </a:cxn>
              </a:cxnLst>
              <a:rect l="0" t="0" r="r" b="b"/>
              <a:pathLst>
                <a:path w="21562" h="21600" fill="norm" stroke="1" extrusionOk="0">
                  <a:moveTo>
                    <a:pt x="8656" y="0"/>
                  </a:moveTo>
                  <a:cubicBezTo>
                    <a:pt x="7232" y="985"/>
                    <a:pt x="6029" y="2137"/>
                    <a:pt x="4991" y="3509"/>
                  </a:cubicBezTo>
                  <a:cubicBezTo>
                    <a:pt x="3462" y="5535"/>
                    <a:pt x="2314" y="7782"/>
                    <a:pt x="1491" y="10195"/>
                  </a:cubicBezTo>
                  <a:cubicBezTo>
                    <a:pt x="614" y="12773"/>
                    <a:pt x="123" y="15458"/>
                    <a:pt x="13" y="18202"/>
                  </a:cubicBezTo>
                  <a:cubicBezTo>
                    <a:pt x="13" y="18584"/>
                    <a:pt x="-38" y="18966"/>
                    <a:pt x="68" y="19353"/>
                  </a:cubicBezTo>
                  <a:cubicBezTo>
                    <a:pt x="123" y="19846"/>
                    <a:pt x="343" y="20283"/>
                    <a:pt x="669" y="20665"/>
                  </a:cubicBezTo>
                  <a:cubicBezTo>
                    <a:pt x="1000" y="21052"/>
                    <a:pt x="1381" y="21324"/>
                    <a:pt x="1873" y="21489"/>
                  </a:cubicBezTo>
                  <a:cubicBezTo>
                    <a:pt x="2258" y="21600"/>
                    <a:pt x="2640" y="21600"/>
                    <a:pt x="3021" y="21600"/>
                  </a:cubicBezTo>
                  <a:cubicBezTo>
                    <a:pt x="5483" y="21600"/>
                    <a:pt x="7999" y="21163"/>
                    <a:pt x="10351" y="20449"/>
                  </a:cubicBezTo>
                  <a:cubicBezTo>
                    <a:pt x="14668" y="19187"/>
                    <a:pt x="18990" y="16774"/>
                    <a:pt x="21562" y="12939"/>
                  </a:cubicBezTo>
                  <a:lnTo>
                    <a:pt x="20960" y="12336"/>
                  </a:lnTo>
                  <a:cubicBezTo>
                    <a:pt x="20795" y="12391"/>
                    <a:pt x="20630" y="12497"/>
                    <a:pt x="20464" y="12552"/>
                  </a:cubicBezTo>
                  <a:cubicBezTo>
                    <a:pt x="19481" y="12939"/>
                    <a:pt x="18499" y="13376"/>
                    <a:pt x="17461" y="13703"/>
                  </a:cubicBezTo>
                  <a:cubicBezTo>
                    <a:pt x="14778" y="14638"/>
                    <a:pt x="11991" y="15241"/>
                    <a:pt x="9148" y="15623"/>
                  </a:cubicBezTo>
                  <a:cubicBezTo>
                    <a:pt x="7999" y="15789"/>
                    <a:pt x="6796" y="15900"/>
                    <a:pt x="5593" y="16005"/>
                  </a:cubicBezTo>
                  <a:cubicBezTo>
                    <a:pt x="5593" y="15844"/>
                    <a:pt x="5648" y="15734"/>
                    <a:pt x="5648" y="15568"/>
                  </a:cubicBezTo>
                  <a:cubicBezTo>
                    <a:pt x="5864" y="12663"/>
                    <a:pt x="6305" y="9812"/>
                    <a:pt x="7012" y="7017"/>
                  </a:cubicBezTo>
                  <a:cubicBezTo>
                    <a:pt x="7343" y="5645"/>
                    <a:pt x="7779" y="4328"/>
                    <a:pt x="8270" y="3016"/>
                  </a:cubicBezTo>
                  <a:cubicBezTo>
                    <a:pt x="8546" y="2192"/>
                    <a:pt x="8927" y="1423"/>
                    <a:pt x="9258" y="658"/>
                  </a:cubicBezTo>
                  <a:lnTo>
                    <a:pt x="8656" y="0"/>
                  </a:ln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619" name="Google Shape;421;p34"/>
            <p:cNvSpPr/>
            <p:nvPr/>
          </p:nvSpPr>
          <p:spPr>
            <a:xfrm>
              <a:off x="57592" y="0"/>
              <a:ext cx="398263" cy="398357"/>
            </a:xfrm>
            <a:custGeom>
              <a:avLst/>
              <a:gdLst/>
              <a:ahLst/>
              <a:cxnLst>
                <a:cxn ang="0">
                  <a:pos x="wd2" y="hd2"/>
                </a:cxn>
                <a:cxn ang="5400000">
                  <a:pos x="wd2" y="hd2"/>
                </a:cxn>
                <a:cxn ang="10800000">
                  <a:pos x="wd2" y="hd2"/>
                </a:cxn>
                <a:cxn ang="16200000">
                  <a:pos x="wd2" y="hd2"/>
                </a:cxn>
              </a:cxnLst>
              <a:rect l="0" t="0" r="r" b="b"/>
              <a:pathLst>
                <a:path w="21518" h="21600" fill="norm" stroke="1" extrusionOk="0">
                  <a:moveTo>
                    <a:pt x="12911" y="5801"/>
                  </a:moveTo>
                  <a:cubicBezTo>
                    <a:pt x="13635" y="5801"/>
                    <a:pt x="14358" y="6080"/>
                    <a:pt x="14904" y="6638"/>
                  </a:cubicBezTo>
                  <a:cubicBezTo>
                    <a:pt x="16016" y="7735"/>
                    <a:pt x="16016" y="9538"/>
                    <a:pt x="14904" y="10653"/>
                  </a:cubicBezTo>
                  <a:cubicBezTo>
                    <a:pt x="14358" y="11202"/>
                    <a:pt x="13635" y="11475"/>
                    <a:pt x="12911" y="11475"/>
                  </a:cubicBezTo>
                  <a:cubicBezTo>
                    <a:pt x="12186" y="11475"/>
                    <a:pt x="11459" y="11202"/>
                    <a:pt x="10903" y="10653"/>
                  </a:cubicBezTo>
                  <a:cubicBezTo>
                    <a:pt x="9810" y="9538"/>
                    <a:pt x="9810" y="7735"/>
                    <a:pt x="10903" y="6638"/>
                  </a:cubicBezTo>
                  <a:cubicBezTo>
                    <a:pt x="11459" y="6080"/>
                    <a:pt x="12186" y="5801"/>
                    <a:pt x="12911" y="5801"/>
                  </a:cubicBezTo>
                  <a:close/>
                  <a:moveTo>
                    <a:pt x="20659" y="0"/>
                  </a:moveTo>
                  <a:cubicBezTo>
                    <a:pt x="17908" y="59"/>
                    <a:pt x="11138" y="567"/>
                    <a:pt x="7547" y="4171"/>
                  </a:cubicBezTo>
                  <a:cubicBezTo>
                    <a:pt x="5928" y="5816"/>
                    <a:pt x="5402" y="6658"/>
                    <a:pt x="4230" y="8518"/>
                  </a:cubicBezTo>
                  <a:cubicBezTo>
                    <a:pt x="3391" y="9870"/>
                    <a:pt x="2240" y="11710"/>
                    <a:pt x="152" y="14746"/>
                  </a:cubicBezTo>
                  <a:cubicBezTo>
                    <a:pt x="-82" y="15079"/>
                    <a:pt x="-43" y="15529"/>
                    <a:pt x="249" y="15822"/>
                  </a:cubicBezTo>
                  <a:lnTo>
                    <a:pt x="5752" y="21345"/>
                  </a:lnTo>
                  <a:cubicBezTo>
                    <a:pt x="5908" y="21501"/>
                    <a:pt x="6123" y="21600"/>
                    <a:pt x="6357" y="21600"/>
                  </a:cubicBezTo>
                  <a:cubicBezTo>
                    <a:pt x="6513" y="21600"/>
                    <a:pt x="6688" y="21541"/>
                    <a:pt x="6826" y="21444"/>
                  </a:cubicBezTo>
                  <a:cubicBezTo>
                    <a:pt x="9849" y="19329"/>
                    <a:pt x="11683" y="18192"/>
                    <a:pt x="13011" y="17350"/>
                  </a:cubicBezTo>
                  <a:cubicBezTo>
                    <a:pt x="14884" y="16176"/>
                    <a:pt x="15723" y="15646"/>
                    <a:pt x="17362" y="14021"/>
                  </a:cubicBezTo>
                  <a:cubicBezTo>
                    <a:pt x="20953" y="10398"/>
                    <a:pt x="21459" y="3623"/>
                    <a:pt x="21518" y="862"/>
                  </a:cubicBezTo>
                  <a:cubicBezTo>
                    <a:pt x="21518" y="646"/>
                    <a:pt x="21441" y="411"/>
                    <a:pt x="21264" y="255"/>
                  </a:cubicBezTo>
                  <a:cubicBezTo>
                    <a:pt x="21108" y="99"/>
                    <a:pt x="20894" y="0"/>
                    <a:pt x="20659"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grpSp>
      <p:sp>
        <p:nvSpPr>
          <p:cNvPr id="621" name="Google Shape;422;p34"/>
          <p:cNvSpPr/>
          <p:nvPr/>
        </p:nvSpPr>
        <p:spPr>
          <a:xfrm>
            <a:off x="1519378" y="1986385"/>
            <a:ext cx="399750" cy="460479"/>
          </a:xfrm>
          <a:custGeom>
            <a:avLst/>
            <a:gdLst/>
            <a:ahLst/>
            <a:cxnLst>
              <a:cxn ang="0">
                <a:pos x="wd2" y="hd2"/>
              </a:cxn>
              <a:cxn ang="5400000">
                <a:pos x="wd2" y="hd2"/>
              </a:cxn>
              <a:cxn ang="10800000">
                <a:pos x="wd2" y="hd2"/>
              </a:cxn>
              <a:cxn ang="16200000">
                <a:pos x="wd2" y="hd2"/>
              </a:cxn>
            </a:cxnLst>
            <a:rect l="0" t="0" r="r" b="b"/>
            <a:pathLst>
              <a:path w="21386" h="21600" fill="norm" stroke="1" extrusionOk="0">
                <a:moveTo>
                  <a:pt x="9553" y="5186"/>
                </a:moveTo>
                <a:cubicBezTo>
                  <a:pt x="9731" y="5186"/>
                  <a:pt x="9910" y="5256"/>
                  <a:pt x="10028" y="5388"/>
                </a:cubicBezTo>
                <a:cubicBezTo>
                  <a:pt x="10241" y="5607"/>
                  <a:pt x="10202" y="5963"/>
                  <a:pt x="9950" y="6149"/>
                </a:cubicBezTo>
                <a:lnTo>
                  <a:pt x="8134" y="7471"/>
                </a:lnTo>
                <a:lnTo>
                  <a:pt x="9950" y="8793"/>
                </a:lnTo>
                <a:cubicBezTo>
                  <a:pt x="10202" y="8979"/>
                  <a:pt x="10241" y="9318"/>
                  <a:pt x="10028" y="9556"/>
                </a:cubicBezTo>
                <a:cubicBezTo>
                  <a:pt x="9913" y="9691"/>
                  <a:pt x="9738" y="9741"/>
                  <a:pt x="9545" y="9741"/>
                </a:cubicBezTo>
                <a:cubicBezTo>
                  <a:pt x="9410" y="9741"/>
                  <a:pt x="9275" y="9708"/>
                  <a:pt x="9158" y="9623"/>
                </a:cubicBezTo>
                <a:lnTo>
                  <a:pt x="6763" y="7878"/>
                </a:lnTo>
                <a:cubicBezTo>
                  <a:pt x="6627" y="7776"/>
                  <a:pt x="6551" y="7624"/>
                  <a:pt x="6551" y="7471"/>
                </a:cubicBezTo>
                <a:cubicBezTo>
                  <a:pt x="6551" y="7302"/>
                  <a:pt x="6627" y="7150"/>
                  <a:pt x="6763" y="7047"/>
                </a:cubicBezTo>
                <a:lnTo>
                  <a:pt x="9158" y="5320"/>
                </a:lnTo>
                <a:cubicBezTo>
                  <a:pt x="9270" y="5230"/>
                  <a:pt x="9412" y="5186"/>
                  <a:pt x="9553" y="5186"/>
                </a:cubicBezTo>
                <a:close/>
                <a:moveTo>
                  <a:pt x="14630" y="5186"/>
                </a:moveTo>
                <a:cubicBezTo>
                  <a:pt x="14770" y="5186"/>
                  <a:pt x="14913" y="5230"/>
                  <a:pt x="15033" y="5320"/>
                </a:cubicBezTo>
                <a:lnTo>
                  <a:pt x="17408" y="7047"/>
                </a:lnTo>
                <a:cubicBezTo>
                  <a:pt x="17562" y="7150"/>
                  <a:pt x="17640" y="7302"/>
                  <a:pt x="17640" y="7471"/>
                </a:cubicBezTo>
                <a:cubicBezTo>
                  <a:pt x="17640" y="7624"/>
                  <a:pt x="17562" y="7776"/>
                  <a:pt x="17408" y="7878"/>
                </a:cubicBezTo>
                <a:lnTo>
                  <a:pt x="15033" y="9623"/>
                </a:lnTo>
                <a:cubicBezTo>
                  <a:pt x="14916" y="9708"/>
                  <a:pt x="14781" y="9741"/>
                  <a:pt x="14627" y="9741"/>
                </a:cubicBezTo>
                <a:cubicBezTo>
                  <a:pt x="14453" y="9741"/>
                  <a:pt x="14278" y="9691"/>
                  <a:pt x="14163" y="9556"/>
                </a:cubicBezTo>
                <a:cubicBezTo>
                  <a:pt x="13931" y="9318"/>
                  <a:pt x="13970" y="8979"/>
                  <a:pt x="14241" y="8793"/>
                </a:cubicBezTo>
                <a:lnTo>
                  <a:pt x="16057" y="7471"/>
                </a:lnTo>
                <a:lnTo>
                  <a:pt x="14241" y="6149"/>
                </a:lnTo>
                <a:cubicBezTo>
                  <a:pt x="13970" y="5963"/>
                  <a:pt x="13931" y="5607"/>
                  <a:pt x="14163" y="5388"/>
                </a:cubicBezTo>
                <a:cubicBezTo>
                  <a:pt x="14281" y="5256"/>
                  <a:pt x="14453" y="5186"/>
                  <a:pt x="14630" y="5186"/>
                </a:cubicBezTo>
                <a:close/>
                <a:moveTo>
                  <a:pt x="13225" y="3485"/>
                </a:moveTo>
                <a:cubicBezTo>
                  <a:pt x="13287" y="3485"/>
                  <a:pt x="13348" y="3492"/>
                  <a:pt x="13410" y="3507"/>
                </a:cubicBezTo>
                <a:cubicBezTo>
                  <a:pt x="13738" y="3576"/>
                  <a:pt x="13911" y="3880"/>
                  <a:pt x="13835" y="4167"/>
                </a:cubicBezTo>
                <a:lnTo>
                  <a:pt x="11555" y="11063"/>
                </a:lnTo>
                <a:cubicBezTo>
                  <a:pt x="11477" y="11300"/>
                  <a:pt x="11226" y="11452"/>
                  <a:pt x="10955" y="11452"/>
                </a:cubicBezTo>
                <a:cubicBezTo>
                  <a:pt x="10898" y="11452"/>
                  <a:pt x="10840" y="11452"/>
                  <a:pt x="10781" y="11435"/>
                </a:cubicBezTo>
                <a:cubicBezTo>
                  <a:pt x="10453" y="11351"/>
                  <a:pt x="10260" y="11045"/>
                  <a:pt x="10356" y="10758"/>
                </a:cubicBezTo>
                <a:lnTo>
                  <a:pt x="12636" y="3863"/>
                </a:lnTo>
                <a:cubicBezTo>
                  <a:pt x="12715" y="3628"/>
                  <a:pt x="12960" y="3485"/>
                  <a:pt x="13225" y="3485"/>
                </a:cubicBezTo>
                <a:close/>
                <a:moveTo>
                  <a:pt x="12018" y="0"/>
                </a:moveTo>
                <a:cubicBezTo>
                  <a:pt x="9874" y="0"/>
                  <a:pt x="7729" y="593"/>
                  <a:pt x="5971" y="1660"/>
                </a:cubicBezTo>
                <a:cubicBezTo>
                  <a:pt x="4097" y="2796"/>
                  <a:pt x="2783" y="4388"/>
                  <a:pt x="2165" y="6252"/>
                </a:cubicBezTo>
                <a:cubicBezTo>
                  <a:pt x="1932" y="6980"/>
                  <a:pt x="1798" y="7589"/>
                  <a:pt x="1700" y="8131"/>
                </a:cubicBezTo>
                <a:cubicBezTo>
                  <a:pt x="1470" y="9250"/>
                  <a:pt x="1295" y="10064"/>
                  <a:pt x="290" y="11367"/>
                </a:cubicBezTo>
                <a:cubicBezTo>
                  <a:pt x="21" y="11707"/>
                  <a:pt x="-57" y="12046"/>
                  <a:pt x="39" y="12350"/>
                </a:cubicBezTo>
                <a:cubicBezTo>
                  <a:pt x="195" y="12841"/>
                  <a:pt x="715" y="13045"/>
                  <a:pt x="1141" y="13214"/>
                </a:cubicBezTo>
                <a:cubicBezTo>
                  <a:pt x="1295" y="13265"/>
                  <a:pt x="1527" y="13366"/>
                  <a:pt x="1585" y="13417"/>
                </a:cubicBezTo>
                <a:cubicBezTo>
                  <a:pt x="1837" y="13706"/>
                  <a:pt x="1817" y="14484"/>
                  <a:pt x="1798" y="15162"/>
                </a:cubicBezTo>
                <a:cubicBezTo>
                  <a:pt x="1778" y="16145"/>
                  <a:pt x="1739" y="17161"/>
                  <a:pt x="2299" y="17906"/>
                </a:cubicBezTo>
                <a:cubicBezTo>
                  <a:pt x="3073" y="18924"/>
                  <a:pt x="4271" y="18941"/>
                  <a:pt x="5236" y="18941"/>
                </a:cubicBezTo>
                <a:cubicBezTo>
                  <a:pt x="6377" y="18956"/>
                  <a:pt x="6898" y="18956"/>
                  <a:pt x="7015" y="20058"/>
                </a:cubicBezTo>
                <a:cubicBezTo>
                  <a:pt x="7015" y="20092"/>
                  <a:pt x="7015" y="20211"/>
                  <a:pt x="7015" y="20312"/>
                </a:cubicBezTo>
                <a:cubicBezTo>
                  <a:pt x="7052" y="21041"/>
                  <a:pt x="7072" y="21142"/>
                  <a:pt x="7111" y="21244"/>
                </a:cubicBezTo>
                <a:cubicBezTo>
                  <a:pt x="7188" y="21465"/>
                  <a:pt x="7420" y="21600"/>
                  <a:pt x="7670" y="21600"/>
                </a:cubicBezTo>
                <a:lnTo>
                  <a:pt x="18298" y="21600"/>
                </a:lnTo>
                <a:cubicBezTo>
                  <a:pt x="18510" y="21600"/>
                  <a:pt x="18703" y="21515"/>
                  <a:pt x="18799" y="21362"/>
                </a:cubicBezTo>
                <a:cubicBezTo>
                  <a:pt x="18916" y="21210"/>
                  <a:pt x="18935" y="21007"/>
                  <a:pt x="18838" y="20854"/>
                </a:cubicBezTo>
                <a:cubicBezTo>
                  <a:pt x="17506" y="18414"/>
                  <a:pt x="18586" y="15924"/>
                  <a:pt x="19766" y="13282"/>
                </a:cubicBezTo>
                <a:cubicBezTo>
                  <a:pt x="20461" y="11673"/>
                  <a:pt x="21196" y="10012"/>
                  <a:pt x="21350" y="8318"/>
                </a:cubicBezTo>
                <a:cubicBezTo>
                  <a:pt x="21543" y="6387"/>
                  <a:pt x="20944" y="4677"/>
                  <a:pt x="19515" y="3117"/>
                </a:cubicBezTo>
                <a:cubicBezTo>
                  <a:pt x="17679" y="1101"/>
                  <a:pt x="15013" y="0"/>
                  <a:pt x="12018" y="0"/>
                </a:cubicBezTo>
                <a:close/>
              </a:path>
            </a:pathLst>
          </a:custGeom>
          <a:solidFill>
            <a:schemeClr val="accent1"/>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626" name="Google Shape;423;p34"/>
          <p:cNvGrpSpPr/>
          <p:nvPr/>
        </p:nvGrpSpPr>
        <p:grpSpPr>
          <a:xfrm>
            <a:off x="7190733" y="1989700"/>
            <a:ext cx="431783" cy="457165"/>
            <a:chOff x="0" y="23"/>
            <a:chExt cx="431781" cy="457163"/>
          </a:xfrm>
        </p:grpSpPr>
        <p:sp>
          <p:nvSpPr>
            <p:cNvPr id="622" name="Google Shape;424;p34"/>
            <p:cNvSpPr/>
            <p:nvPr/>
          </p:nvSpPr>
          <p:spPr>
            <a:xfrm>
              <a:off x="29661" y="395262"/>
              <a:ext cx="95538" cy="61926"/>
            </a:xfrm>
            <a:custGeom>
              <a:avLst/>
              <a:gdLst/>
              <a:ahLst/>
              <a:cxnLst>
                <a:cxn ang="0">
                  <a:pos x="wd2" y="hd2"/>
                </a:cxn>
                <a:cxn ang="5400000">
                  <a:pos x="wd2" y="hd2"/>
                </a:cxn>
                <a:cxn ang="10800000">
                  <a:pos x="wd2" y="hd2"/>
                </a:cxn>
                <a:cxn ang="16200000">
                  <a:pos x="wd2" y="hd2"/>
                </a:cxn>
              </a:cxnLst>
              <a:rect l="0" t="0" r="r" b="b"/>
              <a:pathLst>
                <a:path w="20951" h="21600" fill="norm" stroke="1" extrusionOk="0">
                  <a:moveTo>
                    <a:pt x="2562" y="0"/>
                  </a:moveTo>
                  <a:cubicBezTo>
                    <a:pt x="2280" y="0"/>
                    <a:pt x="1992" y="73"/>
                    <a:pt x="1714" y="235"/>
                  </a:cubicBezTo>
                  <a:cubicBezTo>
                    <a:pt x="382" y="988"/>
                    <a:pt x="-324" y="3379"/>
                    <a:pt x="145" y="5509"/>
                  </a:cubicBezTo>
                  <a:cubicBezTo>
                    <a:pt x="1477" y="11545"/>
                    <a:pt x="4217" y="16447"/>
                    <a:pt x="7739" y="19210"/>
                  </a:cubicBezTo>
                  <a:cubicBezTo>
                    <a:pt x="9853" y="20847"/>
                    <a:pt x="12043" y="21600"/>
                    <a:pt x="14313" y="21600"/>
                  </a:cubicBezTo>
                  <a:cubicBezTo>
                    <a:pt x="15953" y="21600"/>
                    <a:pt x="17598" y="21219"/>
                    <a:pt x="19162" y="20344"/>
                  </a:cubicBezTo>
                  <a:cubicBezTo>
                    <a:pt x="20570" y="19583"/>
                    <a:pt x="21276" y="17201"/>
                    <a:pt x="20807" y="15062"/>
                  </a:cubicBezTo>
                  <a:cubicBezTo>
                    <a:pt x="20433" y="13376"/>
                    <a:pt x="19429" y="12315"/>
                    <a:pt x="18370" y="12315"/>
                  </a:cubicBezTo>
                  <a:cubicBezTo>
                    <a:pt x="18087" y="12315"/>
                    <a:pt x="17800" y="12388"/>
                    <a:pt x="17517" y="12550"/>
                  </a:cubicBezTo>
                  <a:cubicBezTo>
                    <a:pt x="16457" y="13133"/>
                    <a:pt x="15373" y="13425"/>
                    <a:pt x="14293" y="13425"/>
                  </a:cubicBezTo>
                  <a:cubicBezTo>
                    <a:pt x="12820" y="13425"/>
                    <a:pt x="11361" y="12882"/>
                    <a:pt x="10009" y="11797"/>
                  </a:cubicBezTo>
                  <a:cubicBezTo>
                    <a:pt x="7658" y="10038"/>
                    <a:pt x="5862" y="6773"/>
                    <a:pt x="4999" y="2747"/>
                  </a:cubicBezTo>
                  <a:cubicBezTo>
                    <a:pt x="4626" y="1061"/>
                    <a:pt x="3622" y="0"/>
                    <a:pt x="2562"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623" name="Google Shape;425;p34"/>
            <p:cNvSpPr/>
            <p:nvPr/>
          </p:nvSpPr>
          <p:spPr>
            <a:xfrm>
              <a:off x="283682" y="137646"/>
              <a:ext cx="79587" cy="81041"/>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3183" y="0"/>
                  </a:moveTo>
                  <a:cubicBezTo>
                    <a:pt x="1449" y="0"/>
                    <a:pt x="0" y="1436"/>
                    <a:pt x="0" y="3164"/>
                  </a:cubicBezTo>
                  <a:cubicBezTo>
                    <a:pt x="0" y="4897"/>
                    <a:pt x="1449" y="6333"/>
                    <a:pt x="3183" y="6333"/>
                  </a:cubicBezTo>
                  <a:cubicBezTo>
                    <a:pt x="9836" y="6333"/>
                    <a:pt x="15239" y="11806"/>
                    <a:pt x="15140" y="18430"/>
                  </a:cubicBezTo>
                  <a:cubicBezTo>
                    <a:pt x="15140" y="20164"/>
                    <a:pt x="16589" y="21600"/>
                    <a:pt x="18323" y="21600"/>
                  </a:cubicBezTo>
                  <a:cubicBezTo>
                    <a:pt x="20058" y="21600"/>
                    <a:pt x="21507" y="20257"/>
                    <a:pt x="21507" y="18529"/>
                  </a:cubicBezTo>
                  <a:cubicBezTo>
                    <a:pt x="21600" y="8352"/>
                    <a:pt x="13405" y="93"/>
                    <a:pt x="3183"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624" name="Google Shape;426;p34"/>
            <p:cNvSpPr/>
            <p:nvPr/>
          </p:nvSpPr>
          <p:spPr>
            <a:xfrm>
              <a:off x="0" y="23"/>
              <a:ext cx="268705" cy="3944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6" y="1637"/>
                  </a:moveTo>
                  <a:cubicBezTo>
                    <a:pt x="16005" y="1637"/>
                    <a:pt x="19218" y="2821"/>
                    <a:pt x="19218" y="3472"/>
                  </a:cubicBezTo>
                  <a:cubicBezTo>
                    <a:pt x="19218" y="4122"/>
                    <a:pt x="16005" y="5306"/>
                    <a:pt x="10786" y="5306"/>
                  </a:cubicBezTo>
                  <a:cubicBezTo>
                    <a:pt x="5565" y="5306"/>
                    <a:pt x="2380" y="4122"/>
                    <a:pt x="2380" y="3472"/>
                  </a:cubicBezTo>
                  <a:cubicBezTo>
                    <a:pt x="2380" y="2821"/>
                    <a:pt x="5565" y="1637"/>
                    <a:pt x="10786" y="1637"/>
                  </a:cubicBezTo>
                  <a:close/>
                  <a:moveTo>
                    <a:pt x="18674" y="7339"/>
                  </a:moveTo>
                  <a:cubicBezTo>
                    <a:pt x="19018" y="7536"/>
                    <a:pt x="19218" y="7733"/>
                    <a:pt x="19218" y="7891"/>
                  </a:cubicBezTo>
                  <a:cubicBezTo>
                    <a:pt x="19218" y="8521"/>
                    <a:pt x="16005" y="9706"/>
                    <a:pt x="10786" y="9706"/>
                  </a:cubicBezTo>
                  <a:cubicBezTo>
                    <a:pt x="5565" y="9706"/>
                    <a:pt x="2380" y="8521"/>
                    <a:pt x="2380" y="7891"/>
                  </a:cubicBezTo>
                  <a:cubicBezTo>
                    <a:pt x="2380" y="7733"/>
                    <a:pt x="2552" y="7536"/>
                    <a:pt x="2926" y="7339"/>
                  </a:cubicBezTo>
                  <a:cubicBezTo>
                    <a:pt x="5019" y="8028"/>
                    <a:pt x="7975" y="8384"/>
                    <a:pt x="10786" y="8384"/>
                  </a:cubicBezTo>
                  <a:cubicBezTo>
                    <a:pt x="13625" y="8384"/>
                    <a:pt x="16551" y="8028"/>
                    <a:pt x="18674" y="7339"/>
                  </a:cubicBezTo>
                  <a:close/>
                  <a:moveTo>
                    <a:pt x="10786" y="0"/>
                  </a:moveTo>
                  <a:cubicBezTo>
                    <a:pt x="5565" y="0"/>
                    <a:pt x="0" y="1224"/>
                    <a:pt x="0" y="3472"/>
                  </a:cubicBezTo>
                  <a:lnTo>
                    <a:pt x="0" y="5287"/>
                  </a:lnTo>
                  <a:cubicBezTo>
                    <a:pt x="115" y="5700"/>
                    <a:pt x="431" y="6076"/>
                    <a:pt x="917" y="6411"/>
                  </a:cubicBezTo>
                  <a:cubicBezTo>
                    <a:pt x="316" y="6845"/>
                    <a:pt x="0" y="7318"/>
                    <a:pt x="0" y="7870"/>
                  </a:cubicBezTo>
                  <a:lnTo>
                    <a:pt x="0" y="9706"/>
                  </a:lnTo>
                  <a:cubicBezTo>
                    <a:pt x="115" y="10119"/>
                    <a:pt x="431" y="10494"/>
                    <a:pt x="917" y="10810"/>
                  </a:cubicBezTo>
                  <a:cubicBezTo>
                    <a:pt x="316" y="11243"/>
                    <a:pt x="0" y="11737"/>
                    <a:pt x="0" y="12289"/>
                  </a:cubicBezTo>
                  <a:lnTo>
                    <a:pt x="0" y="14104"/>
                  </a:lnTo>
                  <a:cubicBezTo>
                    <a:pt x="115" y="14518"/>
                    <a:pt x="431" y="14893"/>
                    <a:pt x="917" y="15228"/>
                  </a:cubicBezTo>
                  <a:cubicBezTo>
                    <a:pt x="316" y="15643"/>
                    <a:pt x="0" y="16136"/>
                    <a:pt x="0" y="16688"/>
                  </a:cubicBezTo>
                  <a:lnTo>
                    <a:pt x="0" y="18522"/>
                  </a:lnTo>
                  <a:cubicBezTo>
                    <a:pt x="573" y="20476"/>
                    <a:pt x="5565" y="21540"/>
                    <a:pt x="10326" y="21600"/>
                  </a:cubicBezTo>
                  <a:cubicBezTo>
                    <a:pt x="10527" y="21461"/>
                    <a:pt x="10786" y="21343"/>
                    <a:pt x="11043" y="21245"/>
                  </a:cubicBezTo>
                  <a:lnTo>
                    <a:pt x="11043" y="18522"/>
                  </a:lnTo>
                  <a:lnTo>
                    <a:pt x="10786" y="18522"/>
                  </a:lnTo>
                  <a:cubicBezTo>
                    <a:pt x="5565" y="18522"/>
                    <a:pt x="2380" y="17339"/>
                    <a:pt x="2380" y="16688"/>
                  </a:cubicBezTo>
                  <a:cubicBezTo>
                    <a:pt x="2380" y="16551"/>
                    <a:pt x="2552" y="16352"/>
                    <a:pt x="2926" y="16155"/>
                  </a:cubicBezTo>
                  <a:cubicBezTo>
                    <a:pt x="5019" y="16846"/>
                    <a:pt x="7975" y="17201"/>
                    <a:pt x="10786" y="17201"/>
                  </a:cubicBezTo>
                  <a:lnTo>
                    <a:pt x="11043" y="17201"/>
                  </a:lnTo>
                  <a:lnTo>
                    <a:pt x="11043" y="14104"/>
                  </a:lnTo>
                  <a:cubicBezTo>
                    <a:pt x="10958" y="14104"/>
                    <a:pt x="10871" y="14124"/>
                    <a:pt x="10786" y="14124"/>
                  </a:cubicBezTo>
                  <a:cubicBezTo>
                    <a:pt x="5565" y="14124"/>
                    <a:pt x="2380" y="12940"/>
                    <a:pt x="2380" y="12289"/>
                  </a:cubicBezTo>
                  <a:cubicBezTo>
                    <a:pt x="2380" y="12131"/>
                    <a:pt x="2552" y="11954"/>
                    <a:pt x="2926" y="11757"/>
                  </a:cubicBezTo>
                  <a:cubicBezTo>
                    <a:pt x="5019" y="12427"/>
                    <a:pt x="7975" y="12782"/>
                    <a:pt x="10786" y="12782"/>
                  </a:cubicBezTo>
                  <a:lnTo>
                    <a:pt x="11359" y="12782"/>
                  </a:lnTo>
                  <a:cubicBezTo>
                    <a:pt x="11731" y="12388"/>
                    <a:pt x="12391" y="12112"/>
                    <a:pt x="13137" y="12112"/>
                  </a:cubicBezTo>
                  <a:lnTo>
                    <a:pt x="17326" y="12112"/>
                  </a:lnTo>
                  <a:cubicBezTo>
                    <a:pt x="17785" y="12013"/>
                    <a:pt x="18243" y="11894"/>
                    <a:pt x="18674" y="11757"/>
                  </a:cubicBezTo>
                  <a:cubicBezTo>
                    <a:pt x="18903" y="11875"/>
                    <a:pt x="19075" y="12013"/>
                    <a:pt x="19161" y="12112"/>
                  </a:cubicBezTo>
                  <a:lnTo>
                    <a:pt x="21600" y="12112"/>
                  </a:lnTo>
                  <a:cubicBezTo>
                    <a:pt x="21513" y="11639"/>
                    <a:pt x="21199" y="11204"/>
                    <a:pt x="20681" y="10830"/>
                  </a:cubicBezTo>
                  <a:cubicBezTo>
                    <a:pt x="21141" y="10494"/>
                    <a:pt x="21485" y="10119"/>
                    <a:pt x="21600" y="9706"/>
                  </a:cubicBezTo>
                  <a:lnTo>
                    <a:pt x="21600" y="7870"/>
                  </a:lnTo>
                  <a:cubicBezTo>
                    <a:pt x="21600" y="7339"/>
                    <a:pt x="21256" y="6845"/>
                    <a:pt x="20681" y="6411"/>
                  </a:cubicBezTo>
                  <a:cubicBezTo>
                    <a:pt x="21141" y="6076"/>
                    <a:pt x="21485" y="5700"/>
                    <a:pt x="21600" y="5287"/>
                  </a:cubicBezTo>
                  <a:lnTo>
                    <a:pt x="21600" y="3472"/>
                  </a:lnTo>
                  <a:cubicBezTo>
                    <a:pt x="21600" y="1224"/>
                    <a:pt x="16035" y="0"/>
                    <a:pt x="10786"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sp>
          <p:nvSpPr>
            <p:cNvPr id="625" name="Google Shape;427;p34"/>
            <p:cNvSpPr/>
            <p:nvPr/>
          </p:nvSpPr>
          <p:spPr>
            <a:xfrm>
              <a:off x="133811" y="235991"/>
              <a:ext cx="297971" cy="1995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288" y="2728"/>
                  </a:moveTo>
                  <a:lnTo>
                    <a:pt x="18288" y="17857"/>
                  </a:lnTo>
                  <a:lnTo>
                    <a:pt x="3286" y="17857"/>
                  </a:lnTo>
                  <a:lnTo>
                    <a:pt x="3286" y="2728"/>
                  </a:lnTo>
                  <a:close/>
                  <a:moveTo>
                    <a:pt x="2146" y="0"/>
                  </a:moveTo>
                  <a:cubicBezTo>
                    <a:pt x="1681" y="0"/>
                    <a:pt x="1319" y="583"/>
                    <a:pt x="1319" y="1247"/>
                  </a:cubicBezTo>
                  <a:lnTo>
                    <a:pt x="1319" y="17623"/>
                  </a:lnTo>
                  <a:lnTo>
                    <a:pt x="982" y="17741"/>
                  </a:lnTo>
                  <a:cubicBezTo>
                    <a:pt x="414" y="17975"/>
                    <a:pt x="0" y="18754"/>
                    <a:pt x="0" y="19652"/>
                  </a:cubicBezTo>
                  <a:cubicBezTo>
                    <a:pt x="0" y="20743"/>
                    <a:pt x="569" y="21600"/>
                    <a:pt x="1294" y="21600"/>
                  </a:cubicBezTo>
                  <a:lnTo>
                    <a:pt x="20306" y="21600"/>
                  </a:lnTo>
                  <a:cubicBezTo>
                    <a:pt x="21030" y="21600"/>
                    <a:pt x="21600" y="20743"/>
                    <a:pt x="21600" y="19652"/>
                  </a:cubicBezTo>
                  <a:cubicBezTo>
                    <a:pt x="21600" y="18754"/>
                    <a:pt x="21185" y="17975"/>
                    <a:pt x="20591" y="17741"/>
                  </a:cubicBezTo>
                  <a:lnTo>
                    <a:pt x="20281" y="17623"/>
                  </a:lnTo>
                  <a:lnTo>
                    <a:pt x="20281" y="1247"/>
                  </a:lnTo>
                  <a:cubicBezTo>
                    <a:pt x="20281" y="583"/>
                    <a:pt x="19917" y="0"/>
                    <a:pt x="19452" y="0"/>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sz="1400">
                  <a:solidFill>
                    <a:srgbClr val="000000"/>
                  </a:solidFill>
                  <a:latin typeface="+mn-lt"/>
                  <a:ea typeface="+mn-ea"/>
                  <a:cs typeface="+mn-cs"/>
                  <a:sym typeface="Arial"/>
                </a:defRPr>
              </a:pPr>
            </a:p>
          </p:txBody>
        </p:sp>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8" name="Google Shape;361;p30"/>
          <p:cNvSpPr txBox="1"/>
          <p:nvPr>
            <p:ph type="body" idx="1"/>
          </p:nvPr>
        </p:nvSpPr>
        <p:spPr>
          <a:xfrm>
            <a:off x="320624" y="1615076"/>
            <a:ext cx="8502751" cy="3454358"/>
          </a:xfrm>
          <a:prstGeom prst="rect">
            <a:avLst/>
          </a:prstGeom>
        </p:spPr>
        <p:txBody>
          <a:bodyPr/>
          <a:lstStyle/>
          <a:p>
            <a:pPr marL="0" indent="0" defTabSz="804672">
              <a:buSzTx/>
              <a:buNone/>
              <a:defRPr sz="1232"/>
            </a:pPr>
            <a:r>
              <a:t>Quand le process fils est créé, avec clone(), il exécute la fonction </a:t>
            </a:r>
            <a:r>
              <a:rPr>
                <a:solidFill>
                  <a:srgbClr val="FEFF00"/>
                </a:solidFill>
              </a:rPr>
              <a:t>fn(arg)</a:t>
            </a:r>
            <a:r>
              <a:t> de l'application. (Ceci est différe de fork(2) avec lequel l'exécution continue dans le fils au point de l'appel fork(2)) L'argument </a:t>
            </a:r>
            <a:r>
              <a:rPr>
                <a:solidFill>
                  <a:srgbClr val="FFE700"/>
                </a:solidFill>
              </a:rPr>
              <a:t>arg </a:t>
            </a:r>
            <a:r>
              <a:t>de fn est un </a:t>
            </a:r>
            <a:r>
              <a:rPr>
                <a:solidFill>
                  <a:srgbClr val="FFE500"/>
                </a:solidFill>
              </a:rPr>
              <a:t>pointeur</a:t>
            </a:r>
            <a:r>
              <a:t> sur la fonction appelée par le </a:t>
            </a:r>
            <a:r>
              <a:rPr>
                <a:solidFill>
                  <a:srgbClr val="FFF000"/>
                </a:solidFill>
              </a:rPr>
              <a:t>process fils</a:t>
            </a:r>
            <a:r>
              <a:t> lors de </a:t>
            </a:r>
            <a:r>
              <a:rPr>
                <a:solidFill>
                  <a:srgbClr val="FFF900"/>
                </a:solidFill>
              </a:rPr>
              <a:t>son démarrage</a:t>
            </a:r>
            <a:r>
              <a:t>. </a:t>
            </a:r>
            <a:r>
              <a:rPr>
                <a:solidFill>
                  <a:srgbClr val="FFF400"/>
                </a:solidFill>
              </a:rPr>
              <a:t>arg</a:t>
            </a:r>
            <a:r>
              <a:t> est transmis à la fonction fn lors de son invocation.</a:t>
            </a:r>
          </a:p>
          <a:p>
            <a:pPr marL="0" indent="0" defTabSz="804672">
              <a:buSzTx/>
              <a:buNone/>
              <a:defRPr sz="1232"/>
            </a:pPr>
          </a:p>
          <a:p>
            <a:pPr marL="0" indent="0" defTabSz="804672">
              <a:buSzTx/>
              <a:buNone/>
              <a:defRPr sz="1232"/>
            </a:pPr>
            <a:r>
              <a:t>Quand la fonction </a:t>
            </a:r>
            <a:r>
              <a:rPr>
                <a:solidFill>
                  <a:srgbClr val="FFF000"/>
                </a:solidFill>
              </a:rPr>
              <a:t>fn(arg) retourne</a:t>
            </a:r>
            <a:r>
              <a:t>, le processus </a:t>
            </a:r>
            <a:r>
              <a:rPr>
                <a:solidFill>
                  <a:srgbClr val="FFF400"/>
                </a:solidFill>
              </a:rPr>
              <a:t>enfant</a:t>
            </a:r>
            <a:r>
              <a:t> se </a:t>
            </a:r>
            <a:r>
              <a:rPr>
                <a:solidFill>
                  <a:srgbClr val="FFEE00"/>
                </a:solidFill>
              </a:rPr>
              <a:t>termine</a:t>
            </a:r>
            <a:r>
              <a:t>. L’</a:t>
            </a:r>
            <a:r>
              <a:rPr>
                <a:solidFill>
                  <a:srgbClr val="FFF400"/>
                </a:solidFill>
              </a:rPr>
              <a:t>entier</a:t>
            </a:r>
            <a:r>
              <a:t> renvoyé par fn est utilisé comme </a:t>
            </a:r>
            <a:r>
              <a:rPr>
                <a:solidFill>
                  <a:srgbClr val="FFF400"/>
                </a:solidFill>
              </a:rPr>
              <a:t>code de retour</a:t>
            </a:r>
            <a:r>
              <a:t> du processus </a:t>
            </a:r>
            <a:r>
              <a:rPr>
                <a:solidFill>
                  <a:srgbClr val="FFEE00"/>
                </a:solidFill>
              </a:rPr>
              <a:t>enfant</a:t>
            </a:r>
            <a:r>
              <a:t>. L’enfant peut aussi se terminer explicitement en appelant </a:t>
            </a:r>
            <a:r>
              <a:rPr>
                <a:solidFill>
                  <a:srgbClr val="FFE200"/>
                </a:solidFill>
              </a:rPr>
              <a:t>exec()</a:t>
            </a:r>
          </a:p>
          <a:p>
            <a:pPr marL="0" indent="0" defTabSz="804672">
              <a:buSzTx/>
              <a:buNone/>
              <a:defRPr sz="1232"/>
            </a:pPr>
            <a:r>
              <a:rPr>
                <a:solidFill>
                  <a:srgbClr val="FFE900"/>
                </a:solidFill>
              </a:rPr>
              <a:t>exit()</a:t>
            </a:r>
            <a:r>
              <a:t> ou après la réception d’un </a:t>
            </a:r>
            <a:r>
              <a:rPr>
                <a:solidFill>
                  <a:srgbClr val="FFDA00"/>
                </a:solidFill>
              </a:rPr>
              <a:t>signal fatal</a:t>
            </a:r>
            <a:r>
              <a:t>.</a:t>
            </a:r>
          </a:p>
          <a:p>
            <a:pPr marL="0" indent="0" defTabSz="804672">
              <a:buSzTx/>
              <a:buNone/>
              <a:defRPr sz="1232"/>
            </a:pPr>
          </a:p>
          <a:p>
            <a:pPr marL="0" indent="0" defTabSz="804672">
              <a:buSzTx/>
              <a:buNone/>
              <a:defRPr sz="1232"/>
            </a:pPr>
            <a:r>
              <a:t>L'argument </a:t>
            </a:r>
            <a:r>
              <a:rPr>
                <a:solidFill>
                  <a:srgbClr val="FFE200"/>
                </a:solidFill>
              </a:rPr>
              <a:t>*stack</a:t>
            </a:r>
            <a:r>
              <a:t> indique l'</a:t>
            </a:r>
            <a:r>
              <a:rPr>
                <a:solidFill>
                  <a:srgbClr val="FFF400"/>
                </a:solidFill>
              </a:rPr>
              <a:t>emplacement de la pile</a:t>
            </a:r>
            <a:r>
              <a:t> utilisée par le process </a:t>
            </a:r>
            <a:r>
              <a:rPr>
                <a:solidFill>
                  <a:srgbClr val="FFE500"/>
                </a:solidFill>
              </a:rPr>
              <a:t>enfant</a:t>
            </a:r>
            <a:r>
              <a:t>.</a:t>
            </a:r>
          </a:p>
          <a:p>
            <a:pPr marL="0" indent="0" defTabSz="804672">
              <a:buSzTx/>
              <a:buNone/>
              <a:defRPr sz="1232"/>
            </a:pPr>
            <a:r>
              <a:t>Comme les process </a:t>
            </a:r>
            <a:r>
              <a:rPr>
                <a:solidFill>
                  <a:srgbClr val="FFE900"/>
                </a:solidFill>
              </a:rPr>
              <a:t>enfant</a:t>
            </a:r>
            <a:r>
              <a:t> et </a:t>
            </a:r>
            <a:r>
              <a:rPr>
                <a:solidFill>
                  <a:srgbClr val="FFE900"/>
                </a:solidFill>
              </a:rPr>
              <a:t>appelant</a:t>
            </a:r>
            <a:r>
              <a:t> peuvent </a:t>
            </a:r>
            <a:r>
              <a:rPr>
                <a:solidFill>
                  <a:srgbClr val="FFE900"/>
                </a:solidFill>
              </a:rPr>
              <a:t>partager de la mémoire</a:t>
            </a:r>
            <a:r>
              <a:t>, il n'est généralement</a:t>
            </a:r>
          </a:p>
          <a:p>
            <a:pPr marL="0" indent="0" defTabSz="804672">
              <a:buSzTx/>
              <a:buNone/>
              <a:defRPr sz="1232"/>
            </a:pPr>
            <a:r>
              <a:rPr>
                <a:solidFill>
                  <a:srgbClr val="FFE900"/>
                </a:solidFill>
              </a:rPr>
              <a:t>pas</a:t>
            </a:r>
            <a:r>
              <a:t> possible pour le fils d'utiliser la </a:t>
            </a:r>
            <a:r>
              <a:rPr>
                <a:solidFill>
                  <a:srgbClr val="FFE900"/>
                </a:solidFill>
              </a:rPr>
              <a:t>même pile</a:t>
            </a:r>
            <a:r>
              <a:t> que son </a:t>
            </a:r>
            <a:r>
              <a:rPr>
                <a:solidFill>
                  <a:srgbClr val="FFE900"/>
                </a:solidFill>
              </a:rPr>
              <a:t>père</a:t>
            </a:r>
            <a:r>
              <a:t>.</a:t>
            </a:r>
          </a:p>
          <a:p>
            <a:pPr marL="0" indent="0" defTabSz="804672">
              <a:buSzTx/>
              <a:buNone/>
              <a:defRPr sz="1232"/>
            </a:pPr>
            <a:r>
              <a:t>Le </a:t>
            </a:r>
            <a:r>
              <a:rPr>
                <a:solidFill>
                  <a:srgbClr val="FFE900"/>
                </a:solidFill>
              </a:rPr>
              <a:t>père</a:t>
            </a:r>
            <a:r>
              <a:t> doit donc </a:t>
            </a:r>
            <a:r>
              <a:rPr>
                <a:solidFill>
                  <a:srgbClr val="FFE900"/>
                </a:solidFill>
              </a:rPr>
              <a:t>préparer</a:t>
            </a:r>
            <a:r>
              <a:t> un </a:t>
            </a:r>
            <a:r>
              <a:rPr>
                <a:solidFill>
                  <a:srgbClr val="FFE900"/>
                </a:solidFill>
              </a:rPr>
              <a:t>espace mémoire</a:t>
            </a:r>
            <a:r>
              <a:t> pour stocker la pile de son fils,</a:t>
            </a:r>
          </a:p>
          <a:p>
            <a:pPr marL="0" indent="0" defTabSz="804672">
              <a:buSzTx/>
              <a:buNone/>
              <a:defRPr sz="1232"/>
            </a:pPr>
            <a:r>
              <a:t>et </a:t>
            </a:r>
            <a:r>
              <a:rPr>
                <a:solidFill>
                  <a:srgbClr val="FFE900"/>
                </a:solidFill>
              </a:rPr>
              <a:t>transmettre</a:t>
            </a:r>
            <a:r>
              <a:t> à </a:t>
            </a:r>
            <a:r>
              <a:rPr>
                <a:solidFill>
                  <a:srgbClr val="FFE900"/>
                </a:solidFill>
              </a:rPr>
              <a:t>clone</a:t>
            </a:r>
            <a:r>
              <a:t>() un </a:t>
            </a:r>
            <a:r>
              <a:rPr>
                <a:solidFill>
                  <a:srgbClr val="FFE900"/>
                </a:solidFill>
              </a:rPr>
              <a:t>pointeur</a:t>
            </a:r>
            <a:r>
              <a:t> </a:t>
            </a:r>
            <a:r>
              <a:rPr>
                <a:solidFill>
                  <a:srgbClr val="FFE900"/>
                </a:solidFill>
              </a:rPr>
              <a:t>sur cet emplacement</a:t>
            </a:r>
            <a:r>
              <a:t>. Les piles croissent vers le bas sur</a:t>
            </a:r>
          </a:p>
          <a:p>
            <a:pPr marL="0" indent="0" defTabSz="804672">
              <a:buSzTx/>
              <a:buNone/>
              <a:defRPr sz="1232"/>
            </a:pPr>
            <a:r>
              <a:t>tous les processeurs implémentant Linux (sauf le HP PA), donc </a:t>
            </a:r>
            <a:r>
              <a:rPr>
                <a:solidFill>
                  <a:srgbClr val="FFE900"/>
                </a:solidFill>
              </a:rPr>
              <a:t>*stack</a:t>
            </a:r>
            <a:r>
              <a:t> doit </a:t>
            </a:r>
            <a:r>
              <a:rPr>
                <a:solidFill>
                  <a:srgbClr val="FFE900"/>
                </a:solidFill>
              </a:rPr>
              <a:t>pointer</a:t>
            </a:r>
            <a:r>
              <a:t> sur la </a:t>
            </a:r>
            <a:r>
              <a:rPr>
                <a:solidFill>
                  <a:srgbClr val="FFE900"/>
                </a:solidFill>
              </a:rPr>
              <a:t>plus</a:t>
            </a:r>
            <a:endParaRPr>
              <a:solidFill>
                <a:srgbClr val="FFE900"/>
              </a:solidFill>
            </a:endParaRPr>
          </a:p>
          <a:p>
            <a:pPr marL="0" indent="0" defTabSz="804672">
              <a:buSzTx/>
              <a:buNone/>
              <a:defRPr sz="1232"/>
            </a:pPr>
            <a:r>
              <a:rPr>
                <a:solidFill>
                  <a:srgbClr val="FFE900"/>
                </a:solidFill>
              </a:rPr>
              <a:t>haute adresse</a:t>
            </a:r>
            <a:r>
              <a:t> de l'espace mémoire prévu pour la pile du process fils.</a:t>
            </a:r>
          </a:p>
          <a:p>
            <a:pPr marL="0" indent="0" defTabSz="804672">
              <a:buSzTx/>
              <a:buNone/>
              <a:defRPr sz="1232"/>
            </a:pPr>
          </a:p>
          <a:p>
            <a:pPr marL="0" indent="0" defTabSz="804672">
              <a:buSzTx/>
              <a:buNone/>
              <a:defRPr sz="1232"/>
            </a:pPr>
            <a:r>
              <a:t>Les </a:t>
            </a:r>
            <a:r>
              <a:rPr>
                <a:solidFill>
                  <a:srgbClr val="FFE900"/>
                </a:solidFill>
              </a:rPr>
              <a:t>flags</a:t>
            </a:r>
            <a:r>
              <a:t> permettent également de </a:t>
            </a:r>
            <a:r>
              <a:rPr>
                <a:solidFill>
                  <a:srgbClr val="FFE900"/>
                </a:solidFill>
              </a:rPr>
              <a:t>préciser</a:t>
            </a:r>
            <a:r>
              <a:t> </a:t>
            </a:r>
            <a:r>
              <a:rPr>
                <a:solidFill>
                  <a:srgbClr val="FFE900"/>
                </a:solidFill>
              </a:rPr>
              <a:t>ce qui sera partagé</a:t>
            </a:r>
            <a:r>
              <a:t> entre le </a:t>
            </a:r>
            <a:r>
              <a:rPr>
                <a:solidFill>
                  <a:srgbClr val="FFE900"/>
                </a:solidFill>
              </a:rPr>
              <a:t>père</a:t>
            </a:r>
            <a:r>
              <a:t> et le </a:t>
            </a:r>
            <a:r>
              <a:rPr>
                <a:solidFill>
                  <a:srgbClr val="FFE900"/>
                </a:solidFill>
              </a:rPr>
              <a:t>fils</a:t>
            </a:r>
            <a:r>
              <a:t>, en effectuant un </a:t>
            </a:r>
            <a:r>
              <a:rPr>
                <a:solidFill>
                  <a:srgbClr val="FFE900"/>
                </a:solidFill>
              </a:rPr>
              <a:t>OU binaire</a:t>
            </a:r>
            <a:r>
              <a:t> entre zéro ou plusieurs de ces </a:t>
            </a:r>
            <a:r>
              <a:rPr>
                <a:solidFill>
                  <a:srgbClr val="FFE900"/>
                </a:solidFill>
              </a:rPr>
              <a:t>flags</a:t>
            </a:r>
            <a:r>
              <a:t>.</a:t>
            </a:r>
          </a:p>
        </p:txBody>
      </p:sp>
      <p:sp>
        <p:nvSpPr>
          <p:cNvPr id="629" name="Google Shape;362;p30"/>
          <p:cNvSpPr txBox="1"/>
          <p:nvPr>
            <p:ph type="title"/>
          </p:nvPr>
        </p:nvSpPr>
        <p:spPr>
          <a:xfrm>
            <a:off x="544950" y="485700"/>
            <a:ext cx="5614550" cy="669001"/>
          </a:xfrm>
          <a:prstGeom prst="rect">
            <a:avLst/>
          </a:prstGeom>
        </p:spPr>
        <p:txBody>
          <a:bodyPr/>
          <a:lstStyle/>
          <a:p>
            <a:pPr/>
            <a:r>
              <a:t>Fonctionnement</a:t>
            </a:r>
          </a:p>
        </p:txBody>
      </p:sp>
      <p:sp>
        <p:nvSpPr>
          <p:cNvPr id="630"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2" name="Google Shape;452;p36"/>
          <p:cNvSpPr txBox="1"/>
          <p:nvPr>
            <p:ph type="title"/>
          </p:nvPr>
        </p:nvSpPr>
        <p:spPr>
          <a:xfrm>
            <a:off x="3164287" y="396400"/>
            <a:ext cx="2688126" cy="538301"/>
          </a:xfrm>
          <a:prstGeom prst="rect">
            <a:avLst/>
          </a:prstGeom>
        </p:spPr>
        <p:txBody>
          <a:bodyPr/>
          <a:lstStyle/>
          <a:p>
            <a:pPr/>
            <a:r>
              <a:t>Particularités</a:t>
            </a:r>
          </a:p>
        </p:txBody>
      </p:sp>
      <p:sp>
        <p:nvSpPr>
          <p:cNvPr id="633" name="Google Shape;453;p36"/>
          <p:cNvSpPr txBox="1"/>
          <p:nvPr>
            <p:ph type="body" sz="half" idx="1"/>
          </p:nvPr>
        </p:nvSpPr>
        <p:spPr>
          <a:xfrm>
            <a:off x="1874517" y="1593987"/>
            <a:ext cx="5394964" cy="2257626"/>
          </a:xfrm>
          <a:prstGeom prst="rect">
            <a:avLst/>
          </a:prstGeom>
        </p:spPr>
        <p:txBody>
          <a:bodyPr/>
          <a:lstStyle/>
          <a:p>
            <a:pPr indent="102869" defTabSz="822959">
              <a:defRPr sz="1440">
                <a:latin typeface="+mj-lt"/>
                <a:ea typeface="+mj-ea"/>
                <a:cs typeface="+mj-cs"/>
                <a:sym typeface="Helvetica"/>
              </a:defRPr>
            </a:pPr>
            <a:r>
              <a:t>L’appel système </a:t>
            </a:r>
            <a:r>
              <a:rPr>
                <a:solidFill>
                  <a:srgbClr val="FFE900"/>
                </a:solidFill>
                <a:latin typeface="XCharter"/>
                <a:ea typeface="XCharter"/>
                <a:cs typeface="XCharter"/>
                <a:sym typeface="XCharter"/>
              </a:rPr>
              <a:t>clone3</a:t>
            </a:r>
            <a:r>
              <a:t>() fournit un </a:t>
            </a:r>
            <a:r>
              <a:rPr sz="1260">
                <a:solidFill>
                  <a:srgbClr val="FFE900"/>
                </a:solidFill>
                <a:latin typeface="XCharter"/>
                <a:ea typeface="XCharter"/>
                <a:cs typeface="XCharter"/>
                <a:sym typeface="XCharter"/>
              </a:rPr>
              <a:t>sur-</a:t>
            </a:r>
            <a:r>
              <a:rPr>
                <a:solidFill>
                  <a:srgbClr val="FFE900"/>
                </a:solidFill>
                <a:latin typeface="XCharter"/>
                <a:ea typeface="XCharter"/>
                <a:cs typeface="XCharter"/>
                <a:sym typeface="XCharter"/>
              </a:rPr>
              <a:t>ensemble</a:t>
            </a:r>
            <a:r>
              <a:t> de la fonctionnalité de l’ancienne interface de </a:t>
            </a:r>
            <a:r>
              <a:rPr>
                <a:solidFill>
                  <a:srgbClr val="FFE900"/>
                </a:solidFill>
                <a:latin typeface="XCharter"/>
                <a:ea typeface="XCharter"/>
                <a:cs typeface="XCharter"/>
                <a:sym typeface="XCharter"/>
              </a:rPr>
              <a:t>clone</a:t>
            </a:r>
            <a:r>
              <a:t>(). Il offre également un certain nombre </a:t>
            </a:r>
            <a:r>
              <a:rPr>
                <a:solidFill>
                  <a:srgbClr val="FFE900"/>
                </a:solidFill>
                <a:latin typeface="XCharter"/>
                <a:ea typeface="XCharter"/>
                <a:cs typeface="XCharter"/>
                <a:sym typeface="XCharter"/>
              </a:rPr>
              <a:t>d’améliorations</a:t>
            </a:r>
            <a:r>
              <a:t> de l’</a:t>
            </a:r>
            <a:r>
              <a:rPr>
                <a:solidFill>
                  <a:srgbClr val="FFE900"/>
                </a:solidFill>
                <a:latin typeface="XCharter"/>
                <a:ea typeface="XCharter"/>
                <a:cs typeface="XCharter"/>
                <a:sym typeface="XCharter"/>
              </a:rPr>
              <a:t>API</a:t>
            </a:r>
            <a:r>
              <a:t> dont : un espace pour des bits d’attributs supplémentaires, une séparation plus propre dans l’utilisation de plusieurs paramètres et la possibilité d’indiquer la </a:t>
            </a:r>
            <a:r>
              <a:rPr>
                <a:solidFill>
                  <a:srgbClr val="FFE900"/>
                </a:solidFill>
                <a:latin typeface="XCharter"/>
                <a:ea typeface="XCharter"/>
                <a:cs typeface="XCharter"/>
                <a:sym typeface="XCharter"/>
              </a:rPr>
              <a:t>taille de la zone de la pile de l’enfant</a:t>
            </a:r>
            <a:r>
              <a:t>.</a:t>
            </a:r>
          </a:p>
          <a:p>
            <a:pPr indent="102869" defTabSz="822959">
              <a:defRPr sz="1440">
                <a:latin typeface="+mj-lt"/>
                <a:ea typeface="+mj-ea"/>
                <a:cs typeface="+mj-cs"/>
                <a:sym typeface="Helvetica"/>
              </a:defRPr>
            </a:pPr>
          </a:p>
          <a:p>
            <a:pPr indent="102869" defTabSz="822959">
              <a:defRPr sz="1440">
                <a:latin typeface="+mj-lt"/>
                <a:ea typeface="+mj-ea"/>
                <a:cs typeface="+mj-cs"/>
                <a:sym typeface="Helvetica"/>
              </a:defRPr>
            </a:pPr>
            <a:r>
              <a:t>Comme avec </a:t>
            </a:r>
            <a:r>
              <a:rPr>
                <a:solidFill>
                  <a:srgbClr val="FFE900"/>
                </a:solidFill>
                <a:latin typeface="XCharter"/>
                <a:ea typeface="XCharter"/>
                <a:cs typeface="XCharter"/>
                <a:sym typeface="XCharter"/>
              </a:rPr>
              <a:t>fork</a:t>
            </a:r>
            <a:r>
              <a:t>(2), </a:t>
            </a:r>
            <a:r>
              <a:rPr>
                <a:solidFill>
                  <a:srgbClr val="FFE900"/>
                </a:solidFill>
                <a:latin typeface="XCharter"/>
                <a:ea typeface="XCharter"/>
                <a:cs typeface="XCharter"/>
                <a:sym typeface="XCharter"/>
              </a:rPr>
              <a:t>clone3</a:t>
            </a:r>
            <a:r>
              <a:t>() </a:t>
            </a:r>
            <a:r>
              <a:rPr>
                <a:solidFill>
                  <a:srgbClr val="FFE900"/>
                </a:solidFill>
                <a:latin typeface="XCharter"/>
                <a:ea typeface="XCharter"/>
                <a:cs typeface="XCharter"/>
                <a:sym typeface="XCharter"/>
              </a:rPr>
              <a:t>renvoie</a:t>
            </a:r>
            <a:r>
              <a:t> à la fois au </a:t>
            </a:r>
            <a:r>
              <a:rPr>
                <a:solidFill>
                  <a:srgbClr val="FFE900"/>
                </a:solidFill>
                <a:latin typeface="XCharter"/>
                <a:ea typeface="XCharter"/>
                <a:cs typeface="XCharter"/>
                <a:sym typeface="XCharter"/>
              </a:rPr>
              <a:t>parent</a:t>
            </a:r>
            <a:r>
              <a:t> et à l’</a:t>
            </a:r>
            <a:r>
              <a:rPr>
                <a:solidFill>
                  <a:srgbClr val="FFE900"/>
                </a:solidFill>
                <a:latin typeface="XCharter"/>
                <a:ea typeface="XCharter"/>
                <a:cs typeface="XCharter"/>
                <a:sym typeface="XCharter"/>
              </a:rPr>
              <a:t>enfant</a:t>
            </a:r>
            <a:r>
              <a:t>. Il renvoie </a:t>
            </a:r>
            <a:r>
              <a:rPr>
                <a:solidFill>
                  <a:srgbClr val="FFE900"/>
                </a:solidFill>
                <a:latin typeface="XCharter"/>
                <a:ea typeface="XCharter"/>
                <a:cs typeface="XCharter"/>
                <a:sym typeface="XCharter"/>
              </a:rPr>
              <a:t>0</a:t>
            </a:r>
            <a:r>
              <a:t> dans le processus </a:t>
            </a:r>
            <a:r>
              <a:rPr>
                <a:solidFill>
                  <a:srgbClr val="FFE900"/>
                </a:solidFill>
                <a:latin typeface="XCharter"/>
                <a:ea typeface="XCharter"/>
                <a:cs typeface="XCharter"/>
                <a:sym typeface="XCharter"/>
              </a:rPr>
              <a:t>enfant</a:t>
            </a:r>
            <a:r>
              <a:t> et il renvoie le </a:t>
            </a:r>
            <a:r>
              <a:rPr>
                <a:solidFill>
                  <a:srgbClr val="FFE900"/>
                </a:solidFill>
                <a:latin typeface="XCharter"/>
                <a:ea typeface="XCharter"/>
                <a:cs typeface="XCharter"/>
                <a:sym typeface="XCharter"/>
              </a:rPr>
              <a:t>PID de l’enfant</a:t>
            </a:r>
            <a:r>
              <a:t> dans le </a:t>
            </a:r>
            <a:r>
              <a:rPr>
                <a:solidFill>
                  <a:srgbClr val="FFE900"/>
                </a:solidFill>
                <a:latin typeface="XCharter"/>
                <a:ea typeface="XCharter"/>
                <a:cs typeface="XCharter"/>
                <a:sym typeface="XCharter"/>
              </a:rPr>
              <a:t>parent</a:t>
            </a:r>
            <a:r>
              <a:t>.</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5" name="Google Shape;361;p30"/>
          <p:cNvSpPr txBox="1"/>
          <p:nvPr>
            <p:ph type="body" sz="half" idx="1"/>
          </p:nvPr>
        </p:nvSpPr>
        <p:spPr>
          <a:xfrm>
            <a:off x="284060" y="1645524"/>
            <a:ext cx="8431316" cy="2130901"/>
          </a:xfrm>
          <a:prstGeom prst="rect">
            <a:avLst/>
          </a:prstGeom>
        </p:spPr>
        <p:txBody>
          <a:bodyPr/>
          <a:lstStyle/>
          <a:p>
            <a:pPr marL="0" indent="64769" defTabSz="466344">
              <a:buSzTx/>
              <a:buNone/>
              <a:defRPr sz="714"/>
            </a:pPr>
            <a:r>
              <a:t>∗ Le processus enfant a un ID de processus (PID) unique, qui ne corres-</a:t>
            </a:r>
          </a:p>
          <a:p>
            <a:pPr marL="0" indent="64769" defTabSz="466344">
              <a:buSzTx/>
              <a:buNone/>
              <a:defRPr sz="714"/>
            </a:pPr>
            <a:r>
              <a:t>pond à aucun ID de groupe de processus actif.</a:t>
            </a:r>
          </a:p>
          <a:p>
            <a:pPr marL="0" indent="64769" defTabSz="466344">
              <a:buSzTx/>
              <a:buNone/>
              <a:defRPr sz="714"/>
            </a:pPr>
            <a:r>
              <a:t>∗ L’enfant a sa propre copie de la TDFO du parent. Chaque descripteur</a:t>
            </a:r>
          </a:p>
          <a:p>
            <a:pPr marL="0" indent="64769" defTabSz="466344">
              <a:buSzTx/>
              <a:buNone/>
              <a:defRPr sz="714"/>
            </a:pPr>
            <a:r>
              <a:t>de fichier dans l’enfant fait référence au même descripteur de fichiers</a:t>
            </a:r>
          </a:p>
          <a:p>
            <a:pPr marL="0" indent="64769" defTabSz="466344">
              <a:buSzTx/>
              <a:buNone/>
              <a:defRPr sz="714"/>
            </a:pPr>
            <a:r>
              <a:t>ouverts que le descripteur de fichier correspondant dans le parent.</a:t>
            </a:r>
          </a:p>
          <a:p>
            <a:pPr marL="0" indent="64769" defTabSz="466344">
              <a:buSzTx/>
              <a:buNone/>
              <a:defRPr sz="714"/>
            </a:pPr>
            <a:r>
              <a:t>∗ L’enfant a sa propre copie des flux de répertoires ouverts du parent. Le</a:t>
            </a:r>
          </a:p>
          <a:p>
            <a:pPr marL="0" indent="64769" defTabSz="466344">
              <a:buSzTx/>
              <a:buNone/>
              <a:defRPr sz="714"/>
            </a:pPr>
            <a:r>
              <a:t>flux de répertoires ouverts de chaque enfant peut partager le position-</a:t>
            </a:r>
          </a:p>
          <a:p>
            <a:pPr marL="0" indent="64769" defTabSz="466344">
              <a:buSzTx/>
              <a:buNone/>
              <a:defRPr sz="714"/>
            </a:pPr>
            <a:r>
              <a:t>nement du flux de répertoires avec le flux de répertoires du parent cor-</a:t>
            </a:r>
          </a:p>
          <a:p>
            <a:pPr marL="0" indent="64769" defTabSz="466344">
              <a:buSzTx/>
              <a:buNone/>
              <a:defRPr sz="714"/>
            </a:pPr>
            <a:r>
              <a:t>respondant.</a:t>
            </a:r>
          </a:p>
          <a:p>
            <a:pPr marL="0" indent="64769" defTabSz="466344">
              <a:buSzTx/>
              <a:buNone/>
              <a:defRPr sz="714"/>
            </a:pPr>
            <a:r>
              <a:t>∗ L’enfant n’hérite d’aucun verrou de fichier précédemment défini par le parent.</a:t>
            </a:r>
          </a:p>
          <a:p>
            <a:pPr marL="0" indent="64769" defTabSz="466344">
              <a:buSzTx/>
              <a:buNone/>
              <a:defRPr sz="714"/>
            </a:pPr>
            <a:r>
              <a:t>∗ Le processus enfant n’a pas d’alarmes définies (semblable aux résultats</a:t>
            </a:r>
          </a:p>
          <a:p>
            <a:pPr marL="0" indent="64769" defTabSz="466344">
              <a:buSzTx/>
              <a:buNone/>
              <a:defRPr sz="714"/>
            </a:pPr>
            <a:r>
              <a:t>d’un appel à alarm() avec une valeur d’argument de 0).</a:t>
            </a:r>
          </a:p>
          <a:p>
            <a:pPr marL="0" indent="64769" defTabSz="466344">
              <a:buSzTx/>
              <a:buNone/>
              <a:defRPr sz="714"/>
            </a:pPr>
            <a:r>
              <a:t>∗ L’enfant n’a pas de signaux en attente.</a:t>
            </a:r>
          </a:p>
          <a:p>
            <a:pPr marL="0" indent="64769" defTabSz="466344">
              <a:buSzTx/>
              <a:buNone/>
              <a:defRPr sz="714"/>
            </a:pPr>
            <a:r>
              <a:t>∗ Les minuteries d’intervalle sont réinitialisées dans le processus enfant.</a:t>
            </a:r>
          </a:p>
          <a:p>
            <a:pPr marL="0" indent="64769" defTabSz="466344">
              <a:buSzTx/>
              <a:buNone/>
              <a:defRPr sz="714"/>
            </a:pPr>
            <a:r>
              <a:t>∗ Ces éléments sont mis à 0 dans le fils : tms_utime, tms_stime, tms_cutime,</a:t>
            </a:r>
          </a:p>
          <a:p>
            <a:pPr marL="0" indent="64769" defTabSz="466344">
              <a:buSzTx/>
              <a:buNone/>
              <a:defRPr sz="714"/>
            </a:pPr>
            <a:r>
              <a:t>tms_cstime</a:t>
            </a:r>
          </a:p>
        </p:txBody>
      </p:sp>
      <p:sp>
        <p:nvSpPr>
          <p:cNvPr id="636" name="Google Shape;362;p30"/>
          <p:cNvSpPr txBox="1"/>
          <p:nvPr>
            <p:ph type="title"/>
          </p:nvPr>
        </p:nvSpPr>
        <p:spPr>
          <a:xfrm>
            <a:off x="284060" y="488262"/>
            <a:ext cx="6995678" cy="669001"/>
          </a:xfrm>
          <a:prstGeom prst="rect">
            <a:avLst/>
          </a:prstGeom>
        </p:spPr>
        <p:txBody>
          <a:bodyPr/>
          <a:lstStyle/>
          <a:p>
            <a:pPr defTabSz="493776">
              <a:defRPr sz="1620"/>
            </a:pPr>
            <a:r>
              <a:t>Espace d’adressage du père dupliqué</a:t>
            </a:r>
            <a:br/>
            <a:r>
              <a:t>Copie exacte du père sauf pour :</a:t>
            </a:r>
          </a:p>
        </p:txBody>
      </p:sp>
      <p:sp>
        <p:nvSpPr>
          <p:cNvPr id="637"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640" name="Google Shape;452;p36"/>
          <p:cNvGrpSpPr/>
          <p:nvPr/>
        </p:nvGrpSpPr>
        <p:grpSpPr>
          <a:xfrm>
            <a:off x="3155655" y="43762"/>
            <a:ext cx="2688126" cy="538300"/>
            <a:chOff x="0" y="0"/>
            <a:chExt cx="2688125" cy="538299"/>
          </a:xfrm>
        </p:grpSpPr>
        <p:sp>
          <p:nvSpPr>
            <p:cNvPr id="638" name="Rectangle"/>
            <p:cNvSpPr/>
            <p:nvPr/>
          </p:nvSpPr>
          <p:spPr>
            <a:xfrm>
              <a:off x="-1" y="0"/>
              <a:ext cx="2688127" cy="53830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639" name="Particularités"/>
            <p:cNvSpPr txBox="1"/>
            <p:nvPr/>
          </p:nvSpPr>
          <p:spPr>
            <a:xfrm>
              <a:off x="-1" y="12625"/>
              <a:ext cx="2688127" cy="5130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b="1" sz="2200">
                  <a:latin typeface="Overpass Mono"/>
                  <a:ea typeface="Overpass Mono"/>
                  <a:cs typeface="Overpass Mono"/>
                  <a:sym typeface="Overpass Mono"/>
                </a:defRPr>
              </a:lvl1pPr>
            </a:lstStyle>
            <a:p>
              <a:pPr/>
              <a:r>
                <a:t>Particularités</a:t>
              </a:r>
            </a:p>
          </p:txBody>
        </p:sp>
      </p:gr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2" name="Google Shape;361;p30"/>
          <p:cNvSpPr txBox="1"/>
          <p:nvPr>
            <p:ph type="body" sz="half" idx="1"/>
          </p:nvPr>
        </p:nvSpPr>
        <p:spPr>
          <a:xfrm>
            <a:off x="356342" y="3063505"/>
            <a:ext cx="8431316" cy="2130901"/>
          </a:xfrm>
          <a:prstGeom prst="rect">
            <a:avLst/>
          </a:prstGeom>
        </p:spPr>
        <p:txBody>
          <a:bodyPr/>
          <a:lstStyle/>
          <a:p>
            <a:pPr marL="0" indent="127000">
              <a:buSzTx/>
              <a:buNone/>
              <a:defRPr sz="1400"/>
            </a:pPr>
            <a:r>
              <a:t>En cas de réussite, le TID du processus enfant est envoyé dans</a:t>
            </a:r>
          </a:p>
          <a:p>
            <a:pPr marL="0" indent="127000">
              <a:buSzTx/>
              <a:buNone/>
              <a:defRPr sz="1400"/>
            </a:pPr>
            <a:r>
              <a:t>le thread d’exécution de l’appelant. En cas d’échec, -1 est envoyé dans le contexte</a:t>
            </a:r>
          </a:p>
          <a:p>
            <a:pPr marL="0" indent="127000">
              <a:buSzTx/>
              <a:buNone/>
              <a:defRPr sz="1400"/>
            </a:pPr>
            <a:r>
              <a:t>de l’appelant, aucun enfant n’est créé, et errno contiendra le code d’erreur.</a:t>
            </a:r>
          </a:p>
        </p:txBody>
      </p:sp>
      <p:sp>
        <p:nvSpPr>
          <p:cNvPr id="643" name="Google Shape;362;p30"/>
          <p:cNvSpPr txBox="1"/>
          <p:nvPr>
            <p:ph type="title"/>
          </p:nvPr>
        </p:nvSpPr>
        <p:spPr>
          <a:xfrm>
            <a:off x="450748" y="2079994"/>
            <a:ext cx="6995678" cy="669001"/>
          </a:xfrm>
          <a:prstGeom prst="rect">
            <a:avLst/>
          </a:prstGeom>
        </p:spPr>
        <p:txBody>
          <a:bodyPr/>
          <a:lstStyle/>
          <a:p>
            <a:pPr/>
            <a:r>
              <a:t>Valeur de retour</a:t>
            </a:r>
          </a:p>
        </p:txBody>
      </p:sp>
      <p:sp>
        <p:nvSpPr>
          <p:cNvPr id="644"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grpSp>
        <p:nvGrpSpPr>
          <p:cNvPr id="647" name="Google Shape;452;p36"/>
          <p:cNvGrpSpPr/>
          <p:nvPr/>
        </p:nvGrpSpPr>
        <p:grpSpPr>
          <a:xfrm>
            <a:off x="3163591" y="618961"/>
            <a:ext cx="2688127" cy="538301"/>
            <a:chOff x="0" y="0"/>
            <a:chExt cx="2688125" cy="538299"/>
          </a:xfrm>
        </p:grpSpPr>
        <p:sp>
          <p:nvSpPr>
            <p:cNvPr id="645" name="Rectangle"/>
            <p:cNvSpPr/>
            <p:nvPr/>
          </p:nvSpPr>
          <p:spPr>
            <a:xfrm>
              <a:off x="-1" y="0"/>
              <a:ext cx="2688127" cy="53830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b="1" sz="2200">
                  <a:solidFill>
                    <a:srgbClr val="000000"/>
                  </a:solidFill>
                  <a:latin typeface="Overpass Mono"/>
                  <a:ea typeface="Overpass Mono"/>
                  <a:cs typeface="Overpass Mono"/>
                  <a:sym typeface="Overpass Mono"/>
                </a:defRPr>
              </a:pPr>
            </a:p>
          </p:txBody>
        </p:sp>
        <p:sp>
          <p:nvSpPr>
            <p:cNvPr id="646" name="Particularités"/>
            <p:cNvSpPr txBox="1"/>
            <p:nvPr/>
          </p:nvSpPr>
          <p:spPr>
            <a:xfrm>
              <a:off x="-1" y="12625"/>
              <a:ext cx="2688127" cy="5130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b="1" sz="2200">
                  <a:latin typeface="Overpass Mono"/>
                  <a:ea typeface="Overpass Mono"/>
                  <a:cs typeface="Overpass Mono"/>
                  <a:sym typeface="Overpass Mono"/>
                </a:defRPr>
              </a:lvl1pPr>
            </a:lstStyle>
            <a:p>
              <a:pPr/>
              <a:r>
                <a:t>Particularités</a:t>
              </a:r>
            </a:p>
          </p:txBody>
        </p:sp>
      </p:gr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9" name="Google Shape;452;p36"/>
          <p:cNvSpPr txBox="1"/>
          <p:nvPr>
            <p:ph type="title"/>
          </p:nvPr>
        </p:nvSpPr>
        <p:spPr>
          <a:xfrm>
            <a:off x="3034705" y="863263"/>
            <a:ext cx="3074590" cy="367051"/>
          </a:xfrm>
          <a:prstGeom prst="rect">
            <a:avLst/>
          </a:prstGeom>
        </p:spPr>
        <p:txBody>
          <a:bodyPr/>
          <a:lstStyle>
            <a:lvl1pPr defTabSz="512063">
              <a:defRPr sz="1232"/>
            </a:lvl1pPr>
          </a:lstStyle>
          <a:p>
            <a:pPr/>
            <a:r>
              <a:t>Déclaration de clone(2)</a:t>
            </a:r>
          </a:p>
        </p:txBody>
      </p:sp>
      <p:sp>
        <p:nvSpPr>
          <p:cNvPr id="650" name="Google Shape;453;p36"/>
          <p:cNvSpPr txBox="1"/>
          <p:nvPr>
            <p:ph type="body" sz="half" idx="1"/>
          </p:nvPr>
        </p:nvSpPr>
        <p:spPr>
          <a:xfrm>
            <a:off x="1762682" y="1752737"/>
            <a:ext cx="5531881" cy="2257626"/>
          </a:xfrm>
          <a:prstGeom prst="rect">
            <a:avLst/>
          </a:prstGeom>
        </p:spPr>
        <p:txBody>
          <a:bodyPr/>
          <a:lstStyle/>
          <a:p>
            <a:pPr indent="0"/>
            <a:r>
              <a:t>#define _GNU_SOURCE</a:t>
            </a:r>
          </a:p>
          <a:p>
            <a:pPr indent="0"/>
            <a:r>
              <a:t>#include &lt;sched.h&gt;</a:t>
            </a:r>
          </a:p>
          <a:p>
            <a:pPr indent="0"/>
          </a:p>
          <a:p>
            <a:pPr indent="0"/>
            <a:r>
              <a:t>int clone(int (*fn)(void *), void *stack, int flags, void *arg, ...</a:t>
            </a:r>
          </a:p>
          <a:p>
            <a:pPr indent="0"/>
            <a:r>
              <a:t>/* pid_t *parent_tid, void *tls, pid_t *child_tid */ );</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Google Shape;452;p36"/>
          <p:cNvSpPr txBox="1"/>
          <p:nvPr>
            <p:ph type="title"/>
          </p:nvPr>
        </p:nvSpPr>
        <p:spPr>
          <a:xfrm>
            <a:off x="3227937" y="371138"/>
            <a:ext cx="2688126" cy="538301"/>
          </a:xfrm>
          <a:prstGeom prst="rect">
            <a:avLst/>
          </a:prstGeom>
        </p:spPr>
        <p:txBody>
          <a:bodyPr/>
          <a:lstStyle>
            <a:lvl1pPr defTabSz="813816">
              <a:defRPr sz="1958"/>
            </a:lvl1pPr>
          </a:lstStyle>
          <a:p>
            <a:pPr/>
            <a:r>
              <a:t>Problèmes éventuels</a:t>
            </a:r>
          </a:p>
        </p:txBody>
      </p:sp>
      <p:sp>
        <p:nvSpPr>
          <p:cNvPr id="653" name="Google Shape;453;p36"/>
          <p:cNvSpPr txBox="1"/>
          <p:nvPr>
            <p:ph type="body" idx="1"/>
          </p:nvPr>
        </p:nvSpPr>
        <p:spPr>
          <a:xfrm>
            <a:off x="352665" y="1938384"/>
            <a:ext cx="8438670" cy="3016232"/>
          </a:xfrm>
          <a:prstGeom prst="rect">
            <a:avLst/>
          </a:prstGeom>
        </p:spPr>
        <p:txBody>
          <a:bodyPr/>
          <a:lstStyle/>
          <a:p>
            <a:pPr indent="0"/>
            <a:r>
              <a:t>Suite à un </a:t>
            </a:r>
            <a:r>
              <a:rPr>
                <a:solidFill>
                  <a:srgbClr val="FCFF00"/>
                </a:solidFill>
              </a:rPr>
              <a:t>problème</a:t>
            </a:r>
            <a:r>
              <a:t> de </a:t>
            </a:r>
            <a:r>
              <a:rPr>
                <a:solidFill>
                  <a:srgbClr val="FCFF00"/>
                </a:solidFill>
              </a:rPr>
              <a:t>cache</a:t>
            </a:r>
            <a:r>
              <a:t> ancien, ainsi qu’à </a:t>
            </a:r>
            <a:r>
              <a:rPr>
                <a:solidFill>
                  <a:srgbClr val="FCFF00"/>
                </a:solidFill>
              </a:rPr>
              <a:t>d’autres problèmes</a:t>
            </a:r>
            <a:r>
              <a:t> traités dans </a:t>
            </a:r>
            <a:r>
              <a:rPr>
                <a:solidFill>
                  <a:srgbClr val="FCFF00"/>
                </a:solidFill>
              </a:rPr>
              <a:t>getpid</a:t>
            </a:r>
            <a:r>
              <a:t>(2), la fonctionnalité de </a:t>
            </a:r>
            <a:r>
              <a:rPr>
                <a:solidFill>
                  <a:srgbClr val="FCFF00"/>
                </a:solidFill>
              </a:rPr>
              <a:t>mise en cache du PID</a:t>
            </a:r>
            <a:r>
              <a:t> a été </a:t>
            </a:r>
            <a:r>
              <a:rPr>
                <a:solidFill>
                  <a:srgbClr val="FCFF00"/>
                </a:solidFill>
              </a:rPr>
              <a:t>supprimée</a:t>
            </a:r>
            <a:r>
              <a:t> de la </a:t>
            </a:r>
            <a:r>
              <a:rPr>
                <a:solidFill>
                  <a:srgbClr val="FCFF00"/>
                </a:solidFill>
              </a:rPr>
              <a:t>glibc</a:t>
            </a:r>
            <a:r>
              <a:t> </a:t>
            </a:r>
            <a:r>
              <a:rPr>
                <a:solidFill>
                  <a:srgbClr val="FCFF00"/>
                </a:solidFill>
              </a:rPr>
              <a:t>2.25</a:t>
            </a:r>
          </a:p>
          <a:p>
            <a:pPr indent="0"/>
          </a:p>
          <a:p>
            <a:pPr indent="0"/>
            <a:r>
              <a:t>Jusqu’à la version </a:t>
            </a:r>
            <a:r>
              <a:rPr>
                <a:solidFill>
                  <a:srgbClr val="FCFF00"/>
                </a:solidFill>
              </a:rPr>
              <a:t>2.24</a:t>
            </a:r>
            <a:r>
              <a:t> de la bibliothèque C </a:t>
            </a:r>
            <a:r>
              <a:rPr>
                <a:solidFill>
                  <a:srgbClr val="FCFF00"/>
                </a:solidFill>
              </a:rPr>
              <a:t>GNU</a:t>
            </a:r>
            <a:r>
              <a:t>, les </a:t>
            </a:r>
            <a:r>
              <a:rPr>
                <a:solidFill>
                  <a:srgbClr val="FCFF00"/>
                </a:solidFill>
              </a:rPr>
              <a:t>PID</a:t>
            </a:r>
            <a:r>
              <a:t> étaient </a:t>
            </a:r>
            <a:r>
              <a:rPr>
                <a:solidFill>
                  <a:srgbClr val="FCFF00"/>
                </a:solidFill>
              </a:rPr>
              <a:t>mis en cache</a:t>
            </a:r>
            <a:r>
              <a:t>. Il pouvait ne </a:t>
            </a:r>
            <a:r>
              <a:rPr>
                <a:solidFill>
                  <a:srgbClr val="FCFF00"/>
                </a:solidFill>
              </a:rPr>
              <a:t>pas se mettre à jour</a:t>
            </a:r>
            <a:r>
              <a:t> sous certaines circonstances. En particulier, si un </a:t>
            </a:r>
            <a:r>
              <a:rPr>
                <a:solidFill>
                  <a:srgbClr val="FCFF00"/>
                </a:solidFill>
              </a:rPr>
              <a:t>signal</a:t>
            </a:r>
            <a:r>
              <a:t> était </a:t>
            </a:r>
            <a:r>
              <a:rPr>
                <a:solidFill>
                  <a:srgbClr val="FCFF00"/>
                </a:solidFill>
              </a:rPr>
              <a:t>distribué</a:t>
            </a:r>
            <a:r>
              <a:t> à un </a:t>
            </a:r>
            <a:r>
              <a:rPr>
                <a:solidFill>
                  <a:srgbClr val="FCFF00"/>
                </a:solidFill>
              </a:rPr>
              <a:t>enfant</a:t>
            </a:r>
            <a:r>
              <a:t> </a:t>
            </a:r>
            <a:r>
              <a:rPr>
                <a:solidFill>
                  <a:srgbClr val="FCFF00"/>
                </a:solidFill>
              </a:rPr>
              <a:t>juste</a:t>
            </a:r>
            <a:r>
              <a:t> </a:t>
            </a:r>
            <a:r>
              <a:rPr>
                <a:solidFill>
                  <a:srgbClr val="FCFF00"/>
                </a:solidFill>
              </a:rPr>
              <a:t>après</a:t>
            </a:r>
            <a:r>
              <a:t> l'appel à </a:t>
            </a:r>
            <a:r>
              <a:rPr>
                <a:solidFill>
                  <a:srgbClr val="FCFF00"/>
                </a:solidFill>
              </a:rPr>
              <a:t>clone</a:t>
            </a:r>
            <a:r>
              <a:t>(), alors un </a:t>
            </a:r>
            <a:r>
              <a:rPr>
                <a:solidFill>
                  <a:srgbClr val="FCFF00"/>
                </a:solidFill>
              </a:rPr>
              <a:t>appel</a:t>
            </a:r>
            <a:r>
              <a:t> à </a:t>
            </a:r>
            <a:r>
              <a:rPr>
                <a:solidFill>
                  <a:srgbClr val="FCFF00"/>
                </a:solidFill>
              </a:rPr>
              <a:t>getpid</a:t>
            </a:r>
            <a:r>
              <a:t>(2) dans le gestionnaire de signaux du signal </a:t>
            </a:r>
            <a:r>
              <a:rPr>
                <a:solidFill>
                  <a:srgbClr val="FCFF00"/>
                </a:solidFill>
              </a:rPr>
              <a:t>pouvait renvoyer le PID du parent</a:t>
            </a:r>
            <a:r>
              <a:t>, si la fonction enveloppe de clone n'avait pas eu le temps de MAJ le cache de PID pour l’enfant (</a:t>
            </a:r>
            <a:r>
              <a:rPr>
                <a:solidFill>
                  <a:srgbClr val="FCFF00"/>
                </a:solidFill>
              </a:rPr>
              <a:t>sauf</a:t>
            </a:r>
            <a:r>
              <a:t> si l’enfant a été créé avec le flag </a:t>
            </a:r>
            <a:r>
              <a:rPr>
                <a:solidFill>
                  <a:srgbClr val="FCFF00"/>
                </a:solidFill>
              </a:rPr>
              <a:t>CLONE_THREAD</a:t>
            </a:r>
            <a:r>
              <a:t>, puisque </a:t>
            </a:r>
            <a:r>
              <a:rPr>
                <a:solidFill>
                  <a:srgbClr val="FCFF00"/>
                </a:solidFill>
              </a:rPr>
              <a:t>getpid</a:t>
            </a:r>
            <a:r>
              <a:t>(2) doit renvoyer la </a:t>
            </a:r>
            <a:r>
              <a:rPr>
                <a:solidFill>
                  <a:srgbClr val="FCFF00"/>
                </a:solidFill>
              </a:rPr>
              <a:t>même valeur</a:t>
            </a:r>
            <a:r>
              <a:t> pour l’</a:t>
            </a:r>
            <a:r>
              <a:rPr>
                <a:solidFill>
                  <a:srgbClr val="FCFF00"/>
                </a:solidFill>
              </a:rPr>
              <a:t>enfant</a:t>
            </a:r>
            <a:r>
              <a:t> et pour le </a:t>
            </a:r>
            <a:r>
              <a:rPr>
                <a:solidFill>
                  <a:srgbClr val="FCFF00"/>
                </a:solidFill>
              </a:rPr>
              <a:t>parent</a:t>
            </a:r>
            <a:r>
              <a:t>, puisque le </a:t>
            </a:r>
            <a:r>
              <a:rPr>
                <a:solidFill>
                  <a:srgbClr val="FCFF00"/>
                </a:solidFill>
              </a:rPr>
              <a:t>parent</a:t>
            </a:r>
            <a:r>
              <a:t> et l’</a:t>
            </a:r>
            <a:r>
              <a:rPr>
                <a:solidFill>
                  <a:srgbClr val="FCFF00"/>
                </a:solidFill>
              </a:rPr>
              <a:t>enfant</a:t>
            </a:r>
            <a:r>
              <a:t> se trouvent dans le </a:t>
            </a:r>
            <a:r>
              <a:rPr>
                <a:solidFill>
                  <a:srgbClr val="FCFF00"/>
                </a:solidFill>
              </a:rPr>
              <a:t>même groupe de threads</a:t>
            </a:r>
            <a:r>
              <a:t>. Pareil avec le flag </a:t>
            </a:r>
            <a:r>
              <a:rPr>
                <a:solidFill>
                  <a:srgbClr val="FCFF00"/>
                </a:solidFill>
              </a:rPr>
              <a:t>CLONE_VM</a:t>
            </a:r>
            <a:r>
              <a:t>).</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5" name="Google Shape;507;p38"/>
          <p:cNvSpPr txBox="1"/>
          <p:nvPr>
            <p:ph type="title"/>
          </p:nvPr>
        </p:nvSpPr>
        <p:spPr>
          <a:xfrm>
            <a:off x="311699" y="1847849"/>
            <a:ext cx="8520602" cy="1382702"/>
          </a:xfrm>
          <a:prstGeom prst="rect">
            <a:avLst/>
          </a:prstGeom>
        </p:spPr>
        <p:txBody>
          <a:bodyPr/>
          <a:lstStyle>
            <a:lvl1pPr defTabSz="667512">
              <a:defRPr sz="9125"/>
            </a:lvl1pPr>
          </a:lstStyle>
          <a:p>
            <a:pPr/>
            <a:r>
              <a:t>Code</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7" name="Google Shape;507;p38"/>
          <p:cNvSpPr txBox="1"/>
          <p:nvPr>
            <p:ph type="title"/>
          </p:nvPr>
        </p:nvSpPr>
        <p:spPr>
          <a:xfrm>
            <a:off x="311699" y="1847849"/>
            <a:ext cx="8520602" cy="1382702"/>
          </a:xfrm>
          <a:prstGeom prst="rect">
            <a:avLst/>
          </a:prstGeom>
        </p:spPr>
        <p:txBody>
          <a:bodyPr/>
          <a:lstStyle>
            <a:lvl1pPr defTabSz="731520">
              <a:defRPr sz="9120"/>
            </a:lvl1pPr>
          </a:lstStyle>
          <a:p>
            <a:pPr/>
            <a:r>
              <a:t>Aller plus loin</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9" name="Google Shape;361;p30"/>
          <p:cNvSpPr txBox="1"/>
          <p:nvPr>
            <p:ph type="body" idx="1"/>
          </p:nvPr>
        </p:nvSpPr>
        <p:spPr>
          <a:xfrm>
            <a:off x="189654" y="348880"/>
            <a:ext cx="8764691" cy="4445740"/>
          </a:xfrm>
          <a:prstGeom prst="rect">
            <a:avLst/>
          </a:prstGeom>
        </p:spPr>
        <p:txBody>
          <a:bodyPr/>
          <a:lstStyle/>
          <a:p>
            <a:pPr marL="0" indent="127000">
              <a:buSzTx/>
              <a:buNone/>
              <a:defRPr sz="1400"/>
            </a:pPr>
            <a:r>
              <a:t>L’ajout de la fonction </a:t>
            </a:r>
            <a:r>
              <a:rPr>
                <a:solidFill>
                  <a:srgbClr val="FFF000"/>
                </a:solidFill>
              </a:rPr>
              <a:t>forkall</a:t>
            </a:r>
            <a:r>
              <a:t>() au standard a été </a:t>
            </a:r>
            <a:r>
              <a:rPr>
                <a:solidFill>
                  <a:srgbClr val="FFF000"/>
                </a:solidFill>
              </a:rPr>
              <a:t>rejeté</a:t>
            </a:r>
            <a:r>
              <a:t>. La fonction</a:t>
            </a:r>
          </a:p>
          <a:p>
            <a:pPr marL="0" indent="127000">
              <a:buSzTx/>
              <a:buNone/>
              <a:defRPr sz="1400"/>
            </a:pPr>
            <a:r>
              <a:rPr>
                <a:solidFill>
                  <a:srgbClr val="FFF000"/>
                </a:solidFill>
              </a:rPr>
              <a:t>forkall</a:t>
            </a:r>
            <a:r>
              <a:t>() permet à tous les </a:t>
            </a:r>
            <a:r>
              <a:rPr>
                <a:solidFill>
                  <a:srgbClr val="FFF000"/>
                </a:solidFill>
              </a:rPr>
              <a:t>threads</a:t>
            </a:r>
            <a:r>
              <a:t> du </a:t>
            </a:r>
            <a:r>
              <a:rPr>
                <a:solidFill>
                  <a:srgbClr val="FFF000"/>
                </a:solidFill>
              </a:rPr>
              <a:t>parent</a:t>
            </a:r>
            <a:r>
              <a:t> d’être </a:t>
            </a:r>
            <a:r>
              <a:rPr>
                <a:solidFill>
                  <a:srgbClr val="FFF000"/>
                </a:solidFill>
              </a:rPr>
              <a:t>dupliqués</a:t>
            </a:r>
            <a:r>
              <a:t> </a:t>
            </a:r>
            <a:r>
              <a:rPr>
                <a:solidFill>
                  <a:srgbClr val="FFF000"/>
                </a:solidFill>
              </a:rPr>
              <a:t>dans</a:t>
            </a:r>
            <a:r>
              <a:t> </a:t>
            </a:r>
            <a:r>
              <a:rPr>
                <a:solidFill>
                  <a:srgbClr val="FFF000"/>
                </a:solidFill>
              </a:rPr>
              <a:t>l’enfant</a:t>
            </a:r>
            <a:r>
              <a:t>. </a:t>
            </a:r>
          </a:p>
          <a:p>
            <a:pPr marL="0" indent="127000">
              <a:buSzTx/>
              <a:buNone/>
              <a:defRPr sz="1400"/>
            </a:pPr>
            <a:r>
              <a:t>Cela </a:t>
            </a:r>
            <a:r>
              <a:rPr>
                <a:solidFill>
                  <a:srgbClr val="FFF000"/>
                </a:solidFill>
              </a:rPr>
              <a:t>permet</a:t>
            </a:r>
            <a:r>
              <a:t> aux </a:t>
            </a:r>
            <a:r>
              <a:rPr>
                <a:solidFill>
                  <a:srgbClr val="FFF000"/>
                </a:solidFill>
              </a:rPr>
              <a:t>threads</a:t>
            </a:r>
            <a:r>
              <a:t> de </a:t>
            </a:r>
            <a:r>
              <a:rPr>
                <a:solidFill>
                  <a:srgbClr val="FFF000"/>
                </a:solidFill>
              </a:rPr>
              <a:t>l’enfant</a:t>
            </a:r>
            <a:r>
              <a:t> de </a:t>
            </a:r>
            <a:r>
              <a:rPr>
                <a:solidFill>
                  <a:srgbClr val="FFF000"/>
                </a:solidFill>
              </a:rPr>
              <a:t>poursuivre</a:t>
            </a:r>
            <a:r>
              <a:t> le </a:t>
            </a:r>
            <a:r>
              <a:rPr>
                <a:solidFill>
                  <a:srgbClr val="FFF000"/>
                </a:solidFill>
              </a:rPr>
              <a:t>traitement</a:t>
            </a:r>
            <a:r>
              <a:t> et permet</a:t>
            </a:r>
          </a:p>
          <a:p>
            <a:pPr marL="0" indent="127000">
              <a:buSzTx/>
              <a:buNone/>
              <a:defRPr sz="1400"/>
            </a:pPr>
            <a:r>
              <a:t>de </a:t>
            </a:r>
            <a:r>
              <a:rPr>
                <a:solidFill>
                  <a:srgbClr val="FFF000"/>
                </a:solidFill>
              </a:rPr>
              <a:t>préserver</a:t>
            </a:r>
            <a:r>
              <a:t> les </a:t>
            </a:r>
            <a:r>
              <a:rPr>
                <a:solidFill>
                  <a:srgbClr val="FFF000"/>
                </a:solidFill>
              </a:rPr>
              <a:t>verrous</a:t>
            </a:r>
            <a:r>
              <a:t>.</a:t>
            </a:r>
          </a:p>
          <a:p>
            <a:pPr marL="0" indent="127000">
              <a:buSzTx/>
              <a:buNone/>
              <a:defRPr sz="1400"/>
            </a:pPr>
          </a:p>
          <a:p>
            <a:pPr marL="0" indent="127000">
              <a:buSzTx/>
              <a:buNone/>
              <a:defRPr sz="1400"/>
            </a:pPr>
          </a:p>
          <a:p>
            <a:pPr marL="0" indent="127000">
              <a:buSzTx/>
              <a:buNone/>
              <a:defRPr sz="1400"/>
            </a:pPr>
            <a:r>
              <a:t>Le </a:t>
            </a:r>
            <a:r>
              <a:rPr>
                <a:solidFill>
                  <a:srgbClr val="FFF000"/>
                </a:solidFill>
              </a:rPr>
              <a:t>parent</a:t>
            </a:r>
            <a:r>
              <a:t> doit s’assurer que </a:t>
            </a:r>
            <a:r>
              <a:rPr>
                <a:solidFill>
                  <a:srgbClr val="FFF000"/>
                </a:solidFill>
              </a:rPr>
              <a:t>l’état</a:t>
            </a:r>
            <a:r>
              <a:t> de </a:t>
            </a:r>
            <a:r>
              <a:rPr>
                <a:solidFill>
                  <a:srgbClr val="FFF000"/>
                </a:solidFill>
              </a:rPr>
              <a:t>traitement</a:t>
            </a:r>
            <a:r>
              <a:t> des </a:t>
            </a:r>
            <a:r>
              <a:rPr>
                <a:solidFill>
                  <a:srgbClr val="FFF000"/>
                </a:solidFill>
              </a:rPr>
              <a:t>threads</a:t>
            </a:r>
          </a:p>
          <a:p>
            <a:pPr marL="0" indent="127000">
              <a:buSzTx/>
              <a:buNone/>
              <a:defRPr sz="1400"/>
            </a:pPr>
            <a:r>
              <a:rPr>
                <a:solidFill>
                  <a:srgbClr val="FFF000"/>
                </a:solidFill>
              </a:rPr>
              <a:t>partagé</a:t>
            </a:r>
            <a:r>
              <a:t> entre le </a:t>
            </a:r>
            <a:r>
              <a:rPr>
                <a:solidFill>
                  <a:srgbClr val="FFF000"/>
                </a:solidFill>
              </a:rPr>
              <a:t>parent</a:t>
            </a:r>
            <a:r>
              <a:t> et </a:t>
            </a:r>
            <a:r>
              <a:rPr>
                <a:solidFill>
                  <a:srgbClr val="FFF000"/>
                </a:solidFill>
              </a:rPr>
              <a:t>l’enfant</a:t>
            </a:r>
            <a:r>
              <a:t> se comporte correctement </a:t>
            </a:r>
            <a:r>
              <a:rPr>
                <a:solidFill>
                  <a:srgbClr val="FFF000"/>
                </a:solidFill>
              </a:rPr>
              <a:t>après</a:t>
            </a:r>
            <a:r>
              <a:t> </a:t>
            </a:r>
            <a:r>
              <a:rPr>
                <a:solidFill>
                  <a:srgbClr val="FFF000"/>
                </a:solidFill>
              </a:rPr>
              <a:t>forkall</a:t>
            </a:r>
            <a:r>
              <a:t>().</a:t>
            </a:r>
          </a:p>
          <a:p>
            <a:pPr marL="0" indent="127000">
              <a:buSzTx/>
              <a:buNone/>
              <a:defRPr sz="1400"/>
            </a:pPr>
          </a:p>
          <a:p>
            <a:pPr marL="0" indent="127000">
              <a:buSzTx/>
              <a:buNone/>
              <a:defRPr sz="1400"/>
            </a:pPr>
            <a:r>
              <a:t>Par exemple, si un </a:t>
            </a:r>
            <a:r>
              <a:rPr>
                <a:solidFill>
                  <a:srgbClr val="FFF000"/>
                </a:solidFill>
              </a:rPr>
              <a:t>thread</a:t>
            </a:r>
            <a:r>
              <a:t> </a:t>
            </a:r>
            <a:r>
              <a:rPr>
                <a:solidFill>
                  <a:srgbClr val="FFF000"/>
                </a:solidFill>
              </a:rPr>
              <a:t>lit</a:t>
            </a:r>
            <a:r>
              <a:t> un </a:t>
            </a:r>
            <a:r>
              <a:rPr>
                <a:solidFill>
                  <a:srgbClr val="FFF000"/>
                </a:solidFill>
              </a:rPr>
              <a:t>descripteur</a:t>
            </a:r>
            <a:r>
              <a:t> </a:t>
            </a:r>
            <a:r>
              <a:rPr>
                <a:solidFill>
                  <a:srgbClr val="FFF000"/>
                </a:solidFill>
              </a:rPr>
              <a:t>de fichier</a:t>
            </a:r>
            <a:r>
              <a:t> dans le </a:t>
            </a:r>
            <a:r>
              <a:rPr>
                <a:solidFill>
                  <a:srgbClr val="FFF000"/>
                </a:solidFill>
              </a:rPr>
              <a:t>parent</a:t>
            </a:r>
          </a:p>
          <a:p>
            <a:pPr marL="0" indent="127000">
              <a:buSzTx/>
              <a:buNone/>
              <a:defRPr sz="1400"/>
            </a:pPr>
            <a:r>
              <a:t>lorsque </a:t>
            </a:r>
            <a:r>
              <a:rPr>
                <a:solidFill>
                  <a:srgbClr val="FFF000"/>
                </a:solidFill>
              </a:rPr>
              <a:t>forkall</a:t>
            </a:r>
            <a:r>
              <a:t>() est appelée, </a:t>
            </a:r>
            <a:r>
              <a:rPr>
                <a:solidFill>
                  <a:srgbClr val="FFF000"/>
                </a:solidFill>
              </a:rPr>
              <a:t>alors</a:t>
            </a:r>
            <a:r>
              <a:t> </a:t>
            </a:r>
            <a:r>
              <a:rPr>
                <a:solidFill>
                  <a:srgbClr val="FFF000"/>
                </a:solidFill>
              </a:rPr>
              <a:t>deux</a:t>
            </a:r>
            <a:r>
              <a:t> </a:t>
            </a:r>
            <a:r>
              <a:rPr>
                <a:solidFill>
                  <a:srgbClr val="FFF000"/>
                </a:solidFill>
              </a:rPr>
              <a:t>threads</a:t>
            </a:r>
            <a:r>
              <a:t> (un dans le </a:t>
            </a:r>
            <a:r>
              <a:rPr>
                <a:solidFill>
                  <a:srgbClr val="FFF000"/>
                </a:solidFill>
              </a:rPr>
              <a:t>parent</a:t>
            </a:r>
            <a:r>
              <a:t> et un dans </a:t>
            </a:r>
            <a:r>
              <a:rPr>
                <a:solidFill>
                  <a:srgbClr val="FFF000"/>
                </a:solidFill>
              </a:rPr>
              <a:t>l’enfant</a:t>
            </a:r>
            <a:r>
              <a:t>)</a:t>
            </a:r>
          </a:p>
          <a:p>
            <a:pPr marL="0" indent="127000">
              <a:buSzTx/>
              <a:buNone/>
              <a:defRPr sz="1400"/>
            </a:pPr>
            <a:r>
              <a:rPr>
                <a:solidFill>
                  <a:srgbClr val="FFF000"/>
                </a:solidFill>
              </a:rPr>
              <a:t>lisent</a:t>
            </a:r>
            <a:r>
              <a:t> le fichier </a:t>
            </a:r>
            <a:r>
              <a:rPr>
                <a:solidFill>
                  <a:srgbClr val="FFF000"/>
                </a:solidFill>
              </a:rPr>
              <a:t>filedescriptor</a:t>
            </a:r>
            <a:r>
              <a:t> </a:t>
            </a:r>
            <a:r>
              <a:rPr>
                <a:solidFill>
                  <a:srgbClr val="FFF000"/>
                </a:solidFill>
              </a:rPr>
              <a:t>après</a:t>
            </a:r>
            <a:r>
              <a:t> le </a:t>
            </a:r>
            <a:r>
              <a:rPr>
                <a:solidFill>
                  <a:srgbClr val="FFF000"/>
                </a:solidFill>
              </a:rPr>
              <a:t>forkall</a:t>
            </a:r>
            <a:r>
              <a:t>(). Si ce n’est pas un comportement</a:t>
            </a:r>
          </a:p>
          <a:p>
            <a:pPr marL="0" indent="127000">
              <a:buSzTx/>
              <a:buNone/>
              <a:defRPr sz="1400"/>
            </a:pPr>
            <a:r>
              <a:t>souhaité, le processus parent doit se synchroniser avec de tels threads avant</a:t>
            </a:r>
          </a:p>
          <a:p>
            <a:pPr marL="0" indent="127000">
              <a:buSzTx/>
              <a:buNone/>
              <a:defRPr sz="1400"/>
            </a:pPr>
            <a:r>
              <a:t>d’appeler forkall().</a:t>
            </a:r>
          </a:p>
        </p:txBody>
      </p:sp>
      <p:sp>
        <p:nvSpPr>
          <p:cNvPr id="660" name="Google Shape;363;p30"/>
          <p:cNvSpPr/>
          <p:nvPr/>
        </p:nvSpPr>
        <p:spPr>
          <a:xfrm>
            <a:off x="7524761" y="3887591"/>
            <a:ext cx="1619276" cy="241323"/>
          </a:xfrm>
          <a:prstGeom prst="rect">
            <a:avLst/>
          </a:prstGeom>
          <a:solidFill>
            <a:schemeClr val="accent2"/>
          </a:solidFill>
          <a:ln w="12700">
            <a:miter lim="400000"/>
          </a:ln>
        </p:spPr>
        <p:txBody>
          <a:bodyPr lIns="45719" rIns="45719" anchor="ctr"/>
          <a:lstStyle/>
          <a:p>
            <a:pPr>
              <a:defRPr sz="1400">
                <a:solidFill>
                  <a:srgbClr val="000000"/>
                </a:solidFill>
                <a:latin typeface="+mn-lt"/>
                <a:ea typeface="+mn-ea"/>
                <a:cs typeface="+mn-cs"/>
                <a:sym typeface="Arial"/>
              </a:defRPr>
            </a:pP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2" name="Google Shape;898;p52"/>
          <p:cNvSpPr txBox="1"/>
          <p:nvPr>
            <p:ph type="title"/>
          </p:nvPr>
        </p:nvSpPr>
        <p:spPr>
          <a:xfrm>
            <a:off x="1797393" y="766114"/>
            <a:ext cx="5549214" cy="1825415"/>
          </a:xfrm>
          <a:prstGeom prst="rect">
            <a:avLst/>
          </a:prstGeom>
        </p:spPr>
        <p:txBody>
          <a:bodyPr/>
          <a:lstStyle/>
          <a:p>
            <a:pPr defTabSz="777240">
              <a:defRPr sz="3655"/>
            </a:pPr>
            <a:r>
              <a:t>Merci pour l’écoute !</a:t>
            </a:r>
            <a:br/>
            <a:r>
              <a:t>Léopold Mols</a:t>
            </a:r>
            <a:br/>
            <a:r>
              <a:t>53212</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Programming Lesson by Slidesgo">
  <a:themeElements>
    <a:clrScheme name="Programming Lesson by Slidesgo">
      <a:dk1>
        <a:srgbClr val="1B1464"/>
      </a:dk1>
      <a:lt1>
        <a:srgbClr val="FFFFFF"/>
      </a:lt1>
      <a:dk2>
        <a:srgbClr val="A7A7A7"/>
      </a:dk2>
      <a:lt2>
        <a:srgbClr val="535353"/>
      </a:lt2>
      <a:accent1>
        <a:srgbClr val="1B1464"/>
      </a:accent1>
      <a:accent2>
        <a:srgbClr val="00FFC5"/>
      </a:accent2>
      <a:accent3>
        <a:srgbClr val="EC008C"/>
      </a:accent3>
      <a:accent4>
        <a:srgbClr val="0F0B38"/>
      </a:accent4>
      <a:accent5>
        <a:srgbClr val="008F6E"/>
      </a:accent5>
      <a:accent6>
        <a:srgbClr val="84004E"/>
      </a:accent6>
      <a:hlink>
        <a:srgbClr val="0000FF"/>
      </a:hlink>
      <a:folHlink>
        <a:srgbClr val="FF00FF"/>
      </a:folHlink>
    </a:clrScheme>
    <a:fontScheme name="Programming Lesson by Slidesgo">
      <a:majorFont>
        <a:latin typeface="Helvetica"/>
        <a:ea typeface="Helvetica"/>
        <a:cs typeface="Helvetica"/>
      </a:majorFont>
      <a:minorFont>
        <a:latin typeface="Arial"/>
        <a:ea typeface="Arial"/>
        <a:cs typeface="Arial"/>
      </a:minorFont>
    </a:fontScheme>
    <a:fmtScheme name="Programming Lesson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Programming Lesson by Slidesgo">
  <a:themeElements>
    <a:clrScheme name="Programming Lesson by Slidesgo">
      <a:dk1>
        <a:srgbClr val="000000"/>
      </a:dk1>
      <a:lt1>
        <a:srgbClr val="FFFFFF"/>
      </a:lt1>
      <a:dk2>
        <a:srgbClr val="A7A7A7"/>
      </a:dk2>
      <a:lt2>
        <a:srgbClr val="535353"/>
      </a:lt2>
      <a:accent1>
        <a:srgbClr val="1B1464"/>
      </a:accent1>
      <a:accent2>
        <a:srgbClr val="00FFC5"/>
      </a:accent2>
      <a:accent3>
        <a:srgbClr val="EC008C"/>
      </a:accent3>
      <a:accent4>
        <a:srgbClr val="0F0B38"/>
      </a:accent4>
      <a:accent5>
        <a:srgbClr val="008F6E"/>
      </a:accent5>
      <a:accent6>
        <a:srgbClr val="84004E"/>
      </a:accent6>
      <a:hlink>
        <a:srgbClr val="0000FF"/>
      </a:hlink>
      <a:folHlink>
        <a:srgbClr val="FF00FF"/>
      </a:folHlink>
    </a:clrScheme>
    <a:fontScheme name="Programming Lesson by Slidesgo">
      <a:majorFont>
        <a:latin typeface="Helvetica"/>
        <a:ea typeface="Helvetica"/>
        <a:cs typeface="Helvetica"/>
      </a:majorFont>
      <a:minorFont>
        <a:latin typeface="Arial"/>
        <a:ea typeface="Arial"/>
        <a:cs typeface="Arial"/>
      </a:minorFont>
    </a:fontScheme>
    <a:fmtScheme name="Programming Lesson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XCharter"/>
            <a:ea typeface="XCharter"/>
            <a:cs typeface="XCharter"/>
            <a:sym typeface="XCharte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