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AD2"/>
          </a:solidFill>
        </a:fill>
      </a:tcStyle>
    </a:wholeTbl>
    <a:band2H>
      <a:tcTxStyle b="def" i="def"/>
      <a:tcStyle>
        <a:tcBdr/>
        <a:fill>
          <a:solidFill>
            <a:srgbClr val="E7E7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CADA"/>
          </a:solidFill>
        </a:fill>
      </a:tcStyle>
    </a:wholeTbl>
    <a:band2H>
      <a:tcTxStyle b="def" i="def"/>
      <a:tcStyle>
        <a:tcBdr/>
        <a:fill>
          <a:solidFill>
            <a:srgbClr val="FBE6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CACF"/>
          </a:solidFill>
        </a:fill>
      </a:tcStyle>
    </a:wholeTbl>
    <a:band2H>
      <a:tcTxStyle b="def" i="def"/>
      <a:tcStyle>
        <a:tcBdr/>
        <a:fill>
          <a:solidFill>
            <a:srgbClr val="ECE6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A"/>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chemeClr val="accent1"/>
        </a:fontRef>
        <a:schemeClr val="accent1"/>
      </a:tcTxStyle>
      <a:tcStyle>
        <a:tcBdr>
          <a:left>
            <a:ln w="12700" cap="flat">
              <a:noFill/>
              <a:miter lim="400000"/>
            </a:ln>
          </a:left>
          <a:right>
            <a:ln w="12700" cap="flat">
              <a:noFill/>
              <a:miter lim="400000"/>
            </a:ln>
          </a:right>
          <a:top>
            <a:ln w="508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AD2"/>
          </a:solidFill>
        </a:fill>
      </a:tcStyle>
    </a:wholeTbl>
    <a:band2H>
      <a:tcTxStyle b="def" i="def"/>
      <a:tcStyle>
        <a:tcBdr/>
        <a:fill>
          <a:solidFill>
            <a:srgbClr val="E7E7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28" name="Shape 428"/>
          <p:cNvSpPr/>
          <p:nvPr>
            <p:ph type="sldImg"/>
          </p:nvPr>
        </p:nvSpPr>
        <p:spPr>
          <a:xfrm>
            <a:off x="1143000" y="685800"/>
            <a:ext cx="4572000" cy="3429000"/>
          </a:xfrm>
          <a:prstGeom prst="rect">
            <a:avLst/>
          </a:prstGeom>
        </p:spPr>
        <p:txBody>
          <a:bodyPr/>
          <a:lstStyle/>
          <a:p>
            <a:pPr/>
          </a:p>
        </p:txBody>
      </p:sp>
      <p:sp>
        <p:nvSpPr>
          <p:cNvPr id="429" name="Shape 42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grpSp>
        <p:nvGrpSpPr>
          <p:cNvPr id="38" name="Google Shape;9;p2"/>
          <p:cNvGrpSpPr/>
          <p:nvPr/>
        </p:nvGrpSpPr>
        <p:grpSpPr>
          <a:xfrm>
            <a:off x="7362352" y="1723711"/>
            <a:ext cx="1781640" cy="3419800"/>
            <a:chOff x="0" y="0"/>
            <a:chExt cx="1781639" cy="3419799"/>
          </a:xfrm>
        </p:grpSpPr>
        <p:sp>
          <p:nvSpPr>
            <p:cNvPr id="11" name="Google Shape;10;p2"/>
            <p:cNvSpPr/>
            <p:nvPr/>
          </p:nvSpPr>
          <p:spPr>
            <a:xfrm>
              <a:off x="461520" y="0"/>
              <a:ext cx="1320119" cy="13211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2" name="Google Shape;11;p2"/>
            <p:cNvSpPr/>
            <p:nvPr/>
          </p:nvSpPr>
          <p:spPr>
            <a:xfrm>
              <a:off x="387282" y="219357"/>
              <a:ext cx="865995"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3" name="Google Shape;12;p2"/>
            <p:cNvSpPr/>
            <p:nvPr/>
          </p:nvSpPr>
          <p:spPr>
            <a:xfrm>
              <a:off x="1458730" y="219357"/>
              <a:ext cx="322909"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4" name="Google Shape;13;p2"/>
            <p:cNvSpPr/>
            <p:nvPr/>
          </p:nvSpPr>
          <p:spPr>
            <a:xfrm>
              <a:off x="1048573" y="437825"/>
              <a:ext cx="733066"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5" name="Google Shape;14;p2"/>
            <p:cNvSpPr/>
            <p:nvPr/>
          </p:nvSpPr>
          <p:spPr>
            <a:xfrm>
              <a:off x="1341347" y="657182"/>
              <a:ext cx="440293" cy="13293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6" name="Google Shape;15;p2"/>
            <p:cNvSpPr/>
            <p:nvPr/>
          </p:nvSpPr>
          <p:spPr>
            <a:xfrm>
              <a:off x="593628" y="657182"/>
              <a:ext cx="597671" cy="13293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7" name="Google Shape;16;p2"/>
            <p:cNvSpPr/>
            <p:nvPr/>
          </p:nvSpPr>
          <p:spPr>
            <a:xfrm>
              <a:off x="286199" y="876539"/>
              <a:ext cx="1495440" cy="13211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8" name="Google Shape;17;p2"/>
            <p:cNvSpPr/>
            <p:nvPr/>
          </p:nvSpPr>
          <p:spPr>
            <a:xfrm>
              <a:off x="901810" y="1095897"/>
              <a:ext cx="879829" cy="132109"/>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19" name="Google Shape;18;p2"/>
            <p:cNvSpPr/>
            <p:nvPr/>
          </p:nvSpPr>
          <p:spPr>
            <a:xfrm>
              <a:off x="1458730" y="1315254"/>
              <a:ext cx="322909"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0" name="Google Shape;19;p2"/>
            <p:cNvSpPr/>
            <p:nvPr/>
          </p:nvSpPr>
          <p:spPr>
            <a:xfrm>
              <a:off x="387282" y="437825"/>
              <a:ext cx="499053"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1" name="Google Shape;20;p2"/>
            <p:cNvSpPr/>
            <p:nvPr/>
          </p:nvSpPr>
          <p:spPr>
            <a:xfrm>
              <a:off x="622939" y="2411151"/>
              <a:ext cx="322909"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2" name="Google Shape;21;p2"/>
            <p:cNvSpPr/>
            <p:nvPr/>
          </p:nvSpPr>
          <p:spPr>
            <a:xfrm>
              <a:off x="124711" y="2411151"/>
              <a:ext cx="322087"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 name="Google Shape;22;p2"/>
            <p:cNvSpPr/>
            <p:nvPr/>
          </p:nvSpPr>
          <p:spPr>
            <a:xfrm>
              <a:off x="755047" y="1533721"/>
              <a:ext cx="1026592" cy="132932"/>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 name="Google Shape;23;p2"/>
            <p:cNvSpPr/>
            <p:nvPr/>
          </p:nvSpPr>
          <p:spPr>
            <a:xfrm>
              <a:off x="387282" y="1753078"/>
              <a:ext cx="807235"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5" name="Google Shape;24;p2"/>
            <p:cNvSpPr/>
            <p:nvPr/>
          </p:nvSpPr>
          <p:spPr>
            <a:xfrm>
              <a:off x="1341347" y="1753078"/>
              <a:ext cx="440293"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6" name="Google Shape;25;p2"/>
            <p:cNvSpPr/>
            <p:nvPr/>
          </p:nvSpPr>
          <p:spPr>
            <a:xfrm>
              <a:off x="534867" y="1315254"/>
              <a:ext cx="733066"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7" name="Google Shape;26;p2"/>
            <p:cNvSpPr/>
            <p:nvPr/>
          </p:nvSpPr>
          <p:spPr>
            <a:xfrm>
              <a:off x="1048573" y="1972436"/>
              <a:ext cx="733066" cy="13211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8" name="Google Shape;27;p2"/>
            <p:cNvSpPr/>
            <p:nvPr/>
          </p:nvSpPr>
          <p:spPr>
            <a:xfrm>
              <a:off x="1458730" y="2191794"/>
              <a:ext cx="322909" cy="132109"/>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9" name="Google Shape;28;p2"/>
            <p:cNvSpPr/>
            <p:nvPr/>
          </p:nvSpPr>
          <p:spPr>
            <a:xfrm>
              <a:off x="593628" y="1972436"/>
              <a:ext cx="322840" cy="13211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0" name="Google Shape;29;p2"/>
            <p:cNvSpPr/>
            <p:nvPr/>
          </p:nvSpPr>
          <p:spPr>
            <a:xfrm>
              <a:off x="1048573" y="2411151"/>
              <a:ext cx="733066" cy="13204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1" name="Google Shape;30;p2"/>
            <p:cNvSpPr/>
            <p:nvPr/>
          </p:nvSpPr>
          <p:spPr>
            <a:xfrm>
              <a:off x="461520" y="2191794"/>
              <a:ext cx="862707" cy="132109"/>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2" name="Google Shape;31;p2"/>
            <p:cNvSpPr/>
            <p:nvPr/>
          </p:nvSpPr>
          <p:spPr>
            <a:xfrm>
              <a:off x="286199" y="2630440"/>
              <a:ext cx="1495440" cy="13211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3" name="Google Shape;32;p2"/>
            <p:cNvSpPr/>
            <p:nvPr/>
          </p:nvSpPr>
          <p:spPr>
            <a:xfrm>
              <a:off x="1370658" y="2848975"/>
              <a:ext cx="410981"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4" name="Google Shape;33;p2"/>
            <p:cNvSpPr/>
            <p:nvPr/>
          </p:nvSpPr>
          <p:spPr>
            <a:xfrm>
              <a:off x="417485" y="2848975"/>
              <a:ext cx="773813"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5" name="Google Shape;34;p2"/>
            <p:cNvSpPr/>
            <p:nvPr/>
          </p:nvSpPr>
          <p:spPr>
            <a:xfrm>
              <a:off x="-1" y="3068333"/>
              <a:ext cx="833327"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6" name="Google Shape;35;p2"/>
            <p:cNvSpPr/>
            <p:nvPr/>
          </p:nvSpPr>
          <p:spPr>
            <a:xfrm>
              <a:off x="985773" y="3068333"/>
              <a:ext cx="795867" cy="132931"/>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37" name="Google Shape;36;p2"/>
            <p:cNvSpPr/>
            <p:nvPr/>
          </p:nvSpPr>
          <p:spPr>
            <a:xfrm>
              <a:off x="666975" y="3287691"/>
              <a:ext cx="1114664" cy="132109"/>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
        <p:nvSpPr>
          <p:cNvPr id="39" name="Google Shape;37;p2"/>
          <p:cNvSpPr/>
          <p:nvPr/>
        </p:nvSpPr>
        <p:spPr>
          <a:xfrm>
            <a:off x="1962450" y="67"/>
            <a:ext cx="2721800" cy="387286"/>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0" name="Google Shape;38;p2"/>
          <p:cNvSpPr/>
          <p:nvPr/>
        </p:nvSpPr>
        <p:spPr>
          <a:xfrm>
            <a:off x="873880" y="67"/>
            <a:ext cx="664512" cy="387286"/>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1" name="Google Shape;39;p2"/>
          <p:cNvSpPr/>
          <p:nvPr/>
        </p:nvSpPr>
        <p:spPr>
          <a:xfrm>
            <a:off x="1049202" y="938683"/>
            <a:ext cx="211963" cy="3857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19" y="0"/>
                </a:moveTo>
                <a:lnTo>
                  <a:pt x="0" y="20227"/>
                </a:lnTo>
                <a:lnTo>
                  <a:pt x="5897" y="21600"/>
                </a:lnTo>
                <a:lnTo>
                  <a:pt x="21600" y="1415"/>
                </a:lnTo>
                <a:lnTo>
                  <a:pt x="15619"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42" name="Google Shape;40;p2"/>
          <p:cNvSpPr/>
          <p:nvPr/>
        </p:nvSpPr>
        <p:spPr>
          <a:xfrm>
            <a:off x="873880" y="1008813"/>
            <a:ext cx="167174" cy="2454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04" y="0"/>
                </a:moveTo>
                <a:lnTo>
                  <a:pt x="0" y="10764"/>
                </a:lnTo>
                <a:lnTo>
                  <a:pt x="15804" y="21600"/>
                </a:lnTo>
                <a:lnTo>
                  <a:pt x="21600" y="17652"/>
                </a:lnTo>
                <a:lnTo>
                  <a:pt x="11486" y="10764"/>
                </a:lnTo>
                <a:lnTo>
                  <a:pt x="21600" y="3948"/>
                </a:lnTo>
                <a:lnTo>
                  <a:pt x="15804"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43" name="Google Shape;41;p2"/>
          <p:cNvSpPr/>
          <p:nvPr/>
        </p:nvSpPr>
        <p:spPr>
          <a:xfrm>
            <a:off x="1268490" y="1008813"/>
            <a:ext cx="167996" cy="2454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68" y="0"/>
                </a:moveTo>
                <a:lnTo>
                  <a:pt x="0" y="3948"/>
                </a:lnTo>
                <a:lnTo>
                  <a:pt x="10065" y="10764"/>
                </a:lnTo>
                <a:lnTo>
                  <a:pt x="0" y="17652"/>
                </a:lnTo>
                <a:lnTo>
                  <a:pt x="5768" y="21600"/>
                </a:lnTo>
                <a:lnTo>
                  <a:pt x="21600" y="10764"/>
                </a:lnTo>
                <a:lnTo>
                  <a:pt x="5768"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44" name="Google Shape;42;p2"/>
          <p:cNvSpPr/>
          <p:nvPr/>
        </p:nvSpPr>
        <p:spPr>
          <a:xfrm>
            <a:off x="3516088" y="4983665"/>
            <a:ext cx="1054260" cy="15984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5" name="Google Shape;43;p2"/>
          <p:cNvSpPr/>
          <p:nvPr/>
        </p:nvSpPr>
        <p:spPr>
          <a:xfrm>
            <a:off x="1160341" y="4983665"/>
            <a:ext cx="2152689" cy="15984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6" name="Google Shape;44;p2"/>
          <p:cNvSpPr/>
          <p:nvPr/>
        </p:nvSpPr>
        <p:spPr>
          <a:xfrm>
            <a:off x="1805332" y="4452017"/>
            <a:ext cx="3750857" cy="160668"/>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7" name="Google Shape;45;p2"/>
          <p:cNvSpPr/>
          <p:nvPr/>
        </p:nvSpPr>
        <p:spPr>
          <a:xfrm>
            <a:off x="67" y="4452017"/>
            <a:ext cx="1490511" cy="160668"/>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8" name="Google Shape;46;p2"/>
          <p:cNvSpPr/>
          <p:nvPr/>
        </p:nvSpPr>
        <p:spPr>
          <a:xfrm>
            <a:off x="596091" y="4717874"/>
            <a:ext cx="3218388" cy="160599"/>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9" name="Google Shape;47;p2"/>
          <p:cNvSpPr/>
          <p:nvPr/>
        </p:nvSpPr>
        <p:spPr>
          <a:xfrm>
            <a:off x="68" y="4717874"/>
            <a:ext cx="364478" cy="160599"/>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0" name="Google Shape;48;p2"/>
          <p:cNvSpPr/>
          <p:nvPr/>
        </p:nvSpPr>
        <p:spPr>
          <a:xfrm>
            <a:off x="68" y="4983665"/>
            <a:ext cx="828463" cy="15984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1" name="Texte du titre"/>
          <p:cNvSpPr txBox="1"/>
          <p:nvPr>
            <p:ph type="title"/>
          </p:nvPr>
        </p:nvSpPr>
        <p:spPr>
          <a:xfrm>
            <a:off x="718574" y="1369045"/>
            <a:ext cx="8520602" cy="1910402"/>
          </a:xfrm>
          <a:prstGeom prst="rect">
            <a:avLst/>
          </a:prstGeom>
        </p:spPr>
        <p:txBody>
          <a:bodyPr lIns="0" tIns="0" rIns="0" bIns="0" anchor="b"/>
          <a:lstStyle>
            <a:lvl1pPr algn="l">
              <a:lnSpc>
                <a:spcPct val="80000"/>
              </a:lnSpc>
              <a:defRPr sz="7400">
                <a:solidFill>
                  <a:srgbClr val="FFFFFF"/>
                </a:solidFill>
              </a:defRPr>
            </a:lvl1pPr>
          </a:lstStyle>
          <a:p>
            <a:pPr/>
            <a:r>
              <a:t>Texte du titre</a:t>
            </a:r>
          </a:p>
        </p:txBody>
      </p:sp>
      <p:sp>
        <p:nvSpPr>
          <p:cNvPr id="52" name="Texte niveau 1…"/>
          <p:cNvSpPr txBox="1"/>
          <p:nvPr>
            <p:ph type="body" sz="quarter" idx="1"/>
          </p:nvPr>
        </p:nvSpPr>
        <p:spPr>
          <a:xfrm>
            <a:off x="769050" y="3396100"/>
            <a:ext cx="8520601" cy="792602"/>
          </a:xfrm>
          <a:prstGeom prst="rect">
            <a:avLst/>
          </a:prstGeom>
        </p:spPr>
        <p:txBody>
          <a:bodyPr lIns="0" tIns="0" rIns="0" bIns="0"/>
          <a:lstStyle>
            <a:lvl1pPr marL="228600" indent="-114300">
              <a:buClrTx/>
              <a:buSzTx/>
              <a:buNone/>
              <a:defRPr sz="2100"/>
            </a:lvl1pPr>
            <a:lvl2pPr marL="228600" indent="114300">
              <a:buClrTx/>
              <a:buSzTx/>
              <a:buNone/>
              <a:defRPr sz="2100"/>
            </a:lvl2pPr>
            <a:lvl3pPr marL="228600" indent="114300">
              <a:buClrTx/>
              <a:buSzTx/>
              <a:buNone/>
              <a:defRPr sz="2100"/>
            </a:lvl3pPr>
            <a:lvl4pPr marL="228600" indent="114300">
              <a:buClrTx/>
              <a:buSzTx/>
              <a:buNone/>
              <a:defRPr sz="2100"/>
            </a:lvl4pPr>
            <a:lvl5pPr marL="228600" indent="114300">
              <a:buClrTx/>
              <a:buSzTx/>
              <a:buNone/>
              <a:defRPr sz="2100"/>
            </a:lvl5pPr>
          </a:lstStyle>
          <a:p>
            <a:pPr/>
            <a:r>
              <a:t>Texte niveau 1</a:t>
            </a:r>
          </a:p>
          <a:p>
            <a:pPr lvl="1"/>
            <a:r>
              <a:t>Texte niveau 2</a:t>
            </a:r>
          </a:p>
          <a:p>
            <a:pPr lvl="2"/>
            <a:r>
              <a:t>Texte niveau 3</a:t>
            </a:r>
          </a:p>
          <a:p>
            <a:pPr lvl="3"/>
            <a:r>
              <a:t>Texte niveau 4</a:t>
            </a:r>
          </a:p>
          <a:p>
            <a:pPr lvl="4"/>
            <a:r>
              <a:t>Texte niveau 5</a:t>
            </a:r>
          </a:p>
        </p:txBody>
      </p:sp>
      <p:sp>
        <p:nvSpPr>
          <p:cNvPr id="5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3">
    <p:spTree>
      <p:nvGrpSpPr>
        <p:cNvPr id="1" name=""/>
        <p:cNvGrpSpPr/>
        <p:nvPr/>
      </p:nvGrpSpPr>
      <p:grpSpPr>
        <a:xfrm>
          <a:off x="0" y="0"/>
          <a:ext cx="0" cy="0"/>
          <a:chOff x="0" y="0"/>
          <a:chExt cx="0" cy="0"/>
        </a:xfrm>
      </p:grpSpPr>
      <p:sp>
        <p:nvSpPr>
          <p:cNvPr id="60" name="Google Shape;52;p3"/>
          <p:cNvSpPr/>
          <p:nvPr/>
        </p:nvSpPr>
        <p:spPr>
          <a:xfrm>
            <a:off x="-2" y="4357821"/>
            <a:ext cx="6633525" cy="78532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1" name="Google Shape;53;p3"/>
          <p:cNvSpPr/>
          <p:nvPr/>
        </p:nvSpPr>
        <p:spPr>
          <a:xfrm>
            <a:off x="8355575" y="4357821"/>
            <a:ext cx="788387" cy="785324"/>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62" name="Google Shape;54;p3"/>
          <p:cNvSpPr/>
          <p:nvPr/>
        </p:nvSpPr>
        <p:spPr>
          <a:xfrm>
            <a:off x="1923836" y="-2"/>
            <a:ext cx="7220085" cy="272414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63" name="Texte du titre"/>
          <p:cNvSpPr txBox="1"/>
          <p:nvPr>
            <p:ph type="title"/>
          </p:nvPr>
        </p:nvSpPr>
        <p:spPr>
          <a:xfrm>
            <a:off x="2951850" y="700249"/>
            <a:ext cx="3240302" cy="669001"/>
          </a:xfrm>
          <a:prstGeom prst="rect">
            <a:avLst/>
          </a:prstGeom>
        </p:spPr>
        <p:txBody>
          <a:bodyPr/>
          <a:lstStyle>
            <a:lvl1pPr>
              <a:defRPr sz="4300">
                <a:solidFill>
                  <a:schemeClr val="accent1"/>
                </a:solidFill>
              </a:defRPr>
            </a:lvl1pPr>
          </a:lstStyle>
          <a:p>
            <a:pPr/>
            <a:r>
              <a:t>Texte du titre</a:t>
            </a:r>
          </a:p>
        </p:txBody>
      </p:sp>
      <p:sp>
        <p:nvSpPr>
          <p:cNvPr id="64" name="Texte niveau 1…"/>
          <p:cNvSpPr txBox="1"/>
          <p:nvPr>
            <p:ph type="body" sz="quarter" idx="1"/>
          </p:nvPr>
        </p:nvSpPr>
        <p:spPr>
          <a:xfrm>
            <a:off x="2951850" y="1515875"/>
            <a:ext cx="3240302" cy="1208400"/>
          </a:xfrm>
          <a:prstGeom prst="rect">
            <a:avLst/>
          </a:prstGeom>
        </p:spPr>
        <p:txBody>
          <a:bodyPr lIns="0" tIns="0" rIns="0" bIns="0"/>
          <a:lstStyle>
            <a:lvl1pPr marL="228600" indent="-114300" algn="ctr">
              <a:buClrTx/>
              <a:buSzTx/>
              <a:buNone/>
              <a:defRPr sz="1600">
                <a:solidFill>
                  <a:schemeClr val="accent1"/>
                </a:solidFill>
              </a:defRPr>
            </a:lvl1pPr>
            <a:lvl2pPr marL="228600" indent="114300" algn="ctr">
              <a:buClrTx/>
              <a:buSzTx/>
              <a:buNone/>
              <a:defRPr sz="1600">
                <a:solidFill>
                  <a:schemeClr val="accent1"/>
                </a:solidFill>
              </a:defRPr>
            </a:lvl2pPr>
            <a:lvl3pPr marL="228600" indent="114300" algn="ctr">
              <a:buClrTx/>
              <a:buSzTx/>
              <a:buNone/>
              <a:defRPr sz="1600">
                <a:solidFill>
                  <a:schemeClr val="accent1"/>
                </a:solidFill>
              </a:defRPr>
            </a:lvl3pPr>
            <a:lvl4pPr marL="228600" indent="114300" algn="ctr">
              <a:buClrTx/>
              <a:buSzTx/>
              <a:buNone/>
              <a:defRPr sz="1600">
                <a:solidFill>
                  <a:schemeClr val="accent1"/>
                </a:solidFill>
              </a:defRPr>
            </a:lvl4pPr>
            <a:lvl5pPr marL="228600" indent="114300" algn="ctr">
              <a:buClrTx/>
              <a:buSzTx/>
              <a:buNone/>
              <a:defRPr sz="1600">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65" name="Google Shape;57;p3"/>
          <p:cNvSpPr txBox="1"/>
          <p:nvPr/>
        </p:nvSpPr>
        <p:spPr>
          <a:xfrm>
            <a:off x="2510100" y="5336609"/>
            <a:ext cx="4123800" cy="11480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algn="ctr">
              <a:defRPr>
                <a:solidFill>
                  <a:srgbClr val="FFFFFF"/>
                </a:solidFill>
                <a:latin typeface="Anaheim"/>
                <a:ea typeface="Anaheim"/>
                <a:cs typeface="Anaheim"/>
                <a:sym typeface="Anaheim"/>
              </a:defRPr>
            </a:lvl1pPr>
          </a:lstStyle>
          <a:p>
            <a:pPr/>
            <a:r>
              <a:t>CREDITS: This presentation template was created by Slidesgo, incluiding icons by Flaticon, and infographics &amp; images by Freepik.</a:t>
            </a:r>
          </a:p>
        </p:txBody>
      </p:sp>
      <p:sp>
        <p:nvSpPr>
          <p:cNvPr id="66" name="Google Shape;58;p3"/>
          <p:cNvSpPr/>
          <p:nvPr/>
        </p:nvSpPr>
        <p:spPr>
          <a:xfrm>
            <a:off x="7377314" y="2089948"/>
            <a:ext cx="1766475" cy="35672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67" name="Google Shape;59;p3"/>
          <p:cNvSpPr/>
          <p:nvPr/>
        </p:nvSpPr>
        <p:spPr>
          <a:xfrm>
            <a:off x="357506" y="2089948"/>
            <a:ext cx="2070788" cy="356725"/>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68" name="Google Shape;60;p3"/>
          <p:cNvSpPr/>
          <p:nvPr/>
        </p:nvSpPr>
        <p:spPr>
          <a:xfrm>
            <a:off x="6810278" y="1500449"/>
            <a:ext cx="1104094"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69" name="Google Shape;61;p3"/>
          <p:cNvSpPr/>
          <p:nvPr/>
        </p:nvSpPr>
        <p:spPr>
          <a:xfrm>
            <a:off x="6896203" y="2679427"/>
            <a:ext cx="2247458"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70" name="Google Shape;62;p3"/>
          <p:cNvSpPr/>
          <p:nvPr/>
        </p:nvSpPr>
        <p:spPr>
          <a:xfrm>
            <a:off x="8105939" y="1500449"/>
            <a:ext cx="1037939" cy="356745"/>
          </a:xfrm>
          <a:prstGeom prst="rect">
            <a:avLst/>
          </a:prstGeom>
          <a:solidFill>
            <a:srgbClr val="FFFFFF">
              <a:alpha val="56470"/>
            </a:srgbClr>
          </a:solidFill>
          <a:ln w="12700">
            <a:miter lim="400000"/>
          </a:ln>
        </p:spPr>
        <p:txBody>
          <a:bodyPr lIns="45718" tIns="45718" rIns="45718" bIns="45718" anchor="ctr"/>
          <a:lstStyle/>
          <a:p>
            <a:pPr>
              <a:defRPr sz="1400">
                <a:solidFill>
                  <a:srgbClr val="000000"/>
                </a:solidFill>
              </a:defRPr>
            </a:pPr>
          </a:p>
        </p:txBody>
      </p:sp>
      <p:sp>
        <p:nvSpPr>
          <p:cNvPr id="71" name="Google Shape;63;p3"/>
          <p:cNvSpPr/>
          <p:nvPr/>
        </p:nvSpPr>
        <p:spPr>
          <a:xfrm>
            <a:off x="6739849" y="3268903"/>
            <a:ext cx="1104070"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72" name="Google Shape;64;p3"/>
          <p:cNvSpPr/>
          <p:nvPr/>
        </p:nvSpPr>
        <p:spPr>
          <a:xfrm>
            <a:off x="17" y="3268903"/>
            <a:ext cx="1037939" cy="355195"/>
          </a:xfrm>
          <a:prstGeom prst="rect">
            <a:avLst/>
          </a:prstGeom>
          <a:solidFill>
            <a:srgbClr val="FFFFFF">
              <a:alpha val="50199"/>
            </a:srgbClr>
          </a:solidFill>
          <a:ln w="12700">
            <a:miter lim="400000"/>
          </a:ln>
        </p:spPr>
        <p:txBody>
          <a:bodyPr lIns="45718" tIns="45718" rIns="45718" bIns="45718" anchor="ctr"/>
          <a:lstStyle/>
          <a:p>
            <a:pPr>
              <a:defRPr sz="1400">
                <a:solidFill>
                  <a:srgbClr val="000000"/>
                </a:solidFill>
              </a:defRPr>
            </a:pPr>
          </a:p>
        </p:txBody>
      </p:sp>
      <p:sp>
        <p:nvSpPr>
          <p:cNvPr id="73" name="Google Shape;65;p3"/>
          <p:cNvSpPr/>
          <p:nvPr/>
        </p:nvSpPr>
        <p:spPr>
          <a:xfrm>
            <a:off x="137" y="1500455"/>
            <a:ext cx="1103884"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74" name="Google Shape;66;p3"/>
          <p:cNvSpPr/>
          <p:nvPr/>
        </p:nvSpPr>
        <p:spPr>
          <a:xfrm>
            <a:off x="1299971" y="1500449"/>
            <a:ext cx="490624"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7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82" name="Google Shape;68;p4"/>
          <p:cNvSpPr/>
          <p:nvPr/>
        </p:nvSpPr>
        <p:spPr>
          <a:xfrm>
            <a:off x="-1" y="3268903"/>
            <a:ext cx="667421" cy="35519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83" name="Google Shape;69;p4"/>
          <p:cNvSpPr/>
          <p:nvPr/>
        </p:nvSpPr>
        <p:spPr>
          <a:xfrm>
            <a:off x="7960251" y="323032"/>
            <a:ext cx="1183485" cy="355189"/>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84" name="Google Shape;70;p4"/>
          <p:cNvSpPr/>
          <p:nvPr/>
        </p:nvSpPr>
        <p:spPr>
          <a:xfrm>
            <a:off x="7173252" y="912515"/>
            <a:ext cx="1970502" cy="355189"/>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85" name="Google Shape;71;p4"/>
          <p:cNvSpPr/>
          <p:nvPr/>
        </p:nvSpPr>
        <p:spPr>
          <a:xfrm>
            <a:off x="7173252" y="2089940"/>
            <a:ext cx="1970502" cy="356731"/>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86" name="Google Shape;72;p4"/>
          <p:cNvSpPr/>
          <p:nvPr/>
        </p:nvSpPr>
        <p:spPr>
          <a:xfrm>
            <a:off x="127" y="2089940"/>
            <a:ext cx="552715" cy="356731"/>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87" name="Google Shape;73;p4"/>
          <p:cNvSpPr/>
          <p:nvPr/>
        </p:nvSpPr>
        <p:spPr>
          <a:xfrm>
            <a:off x="8773373" y="1500455"/>
            <a:ext cx="370492" cy="35673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88" name="Google Shape;74;p4"/>
          <p:cNvSpPr/>
          <p:nvPr/>
        </p:nvSpPr>
        <p:spPr>
          <a:xfrm>
            <a:off x="8039851" y="3268905"/>
            <a:ext cx="1103883" cy="355188"/>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89" name="Google Shape;75;p4"/>
          <p:cNvSpPr/>
          <p:nvPr/>
        </p:nvSpPr>
        <p:spPr>
          <a:xfrm>
            <a:off x="7555951" y="3858390"/>
            <a:ext cx="1587795" cy="355189"/>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90" name="Google Shape;76;p4"/>
          <p:cNvSpPr/>
          <p:nvPr/>
        </p:nvSpPr>
        <p:spPr>
          <a:xfrm>
            <a:off x="127" y="4446330"/>
            <a:ext cx="1183486" cy="356731"/>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91" name="Google Shape;77;p4"/>
          <p:cNvSpPr/>
          <p:nvPr/>
        </p:nvSpPr>
        <p:spPr>
          <a:xfrm>
            <a:off x="127" y="3858390"/>
            <a:ext cx="1970503" cy="355189"/>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92" name="Google Shape;78;p4"/>
          <p:cNvSpPr/>
          <p:nvPr/>
        </p:nvSpPr>
        <p:spPr>
          <a:xfrm>
            <a:off x="2325886" y="3858390"/>
            <a:ext cx="866492" cy="355189"/>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93" name="Google Shape;79;p4"/>
          <p:cNvSpPr/>
          <p:nvPr/>
        </p:nvSpPr>
        <p:spPr>
          <a:xfrm>
            <a:off x="95" y="2679427"/>
            <a:ext cx="1485722" cy="35519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94" name="Google Shape;80;p4"/>
          <p:cNvSpPr/>
          <p:nvPr/>
        </p:nvSpPr>
        <p:spPr>
          <a:xfrm>
            <a:off x="896260" y="3268905"/>
            <a:ext cx="370492" cy="355188"/>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95" name="Google Shape;81;p4"/>
          <p:cNvSpPr/>
          <p:nvPr/>
        </p:nvSpPr>
        <p:spPr>
          <a:xfrm>
            <a:off x="127" y="1500455"/>
            <a:ext cx="1103884" cy="356732"/>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96" name="Google Shape;82;p4"/>
          <p:cNvSpPr/>
          <p:nvPr/>
        </p:nvSpPr>
        <p:spPr>
          <a:xfrm>
            <a:off x="359422" y="912525"/>
            <a:ext cx="1228499" cy="35517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97" name="Google Shape;83;p4"/>
          <p:cNvSpPr/>
          <p:nvPr/>
        </p:nvSpPr>
        <p:spPr>
          <a:xfrm>
            <a:off x="5395693" y="323032"/>
            <a:ext cx="2171113" cy="355189"/>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98" name="Google Shape;84;p4"/>
          <p:cNvSpPr/>
          <p:nvPr/>
        </p:nvSpPr>
        <p:spPr>
          <a:xfrm>
            <a:off x="5729394" y="3858390"/>
            <a:ext cx="1600013" cy="355189"/>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99" name="Google Shape;85;p4"/>
          <p:cNvSpPr/>
          <p:nvPr/>
        </p:nvSpPr>
        <p:spPr>
          <a:xfrm>
            <a:off x="1577071" y="4446327"/>
            <a:ext cx="3118587" cy="35672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00" name="Texte du titre"/>
          <p:cNvSpPr txBox="1"/>
          <p:nvPr>
            <p:ph type="title"/>
          </p:nvPr>
        </p:nvSpPr>
        <p:spPr>
          <a:xfrm>
            <a:off x="454800" y="2714625"/>
            <a:ext cx="8425200" cy="447900"/>
          </a:xfrm>
          <a:prstGeom prst="rect">
            <a:avLst/>
          </a:prstGeom>
        </p:spPr>
        <p:txBody>
          <a:bodyPr lIns="0" tIns="0" rIns="0" bIns="0" anchor="ctr"/>
          <a:lstStyle>
            <a:lvl1pPr>
              <a:defRPr sz="3600">
                <a:solidFill>
                  <a:srgbClr val="FFFFFF"/>
                </a:solidFill>
              </a:defRPr>
            </a:lvl1pPr>
          </a:lstStyle>
          <a:p>
            <a:pPr/>
            <a:r>
              <a:t>Texte du titre</a:t>
            </a:r>
          </a:p>
        </p:txBody>
      </p:sp>
      <p:sp>
        <p:nvSpPr>
          <p:cNvPr id="10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08" name="Google Shape;89;p5"/>
          <p:cNvSpPr/>
          <p:nvPr/>
        </p:nvSpPr>
        <p:spPr>
          <a:xfrm>
            <a:off x="20" y="1515866"/>
            <a:ext cx="2943108" cy="24132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09" name="Texte niveau 1…"/>
          <p:cNvSpPr txBox="1"/>
          <p:nvPr>
            <p:ph type="body" sz="quarter" idx="1"/>
          </p:nvPr>
        </p:nvSpPr>
        <p:spPr>
          <a:xfrm>
            <a:off x="609498" y="1973023"/>
            <a:ext cx="3512702" cy="2130902"/>
          </a:xfrm>
          <a:prstGeom prst="rect">
            <a:avLst/>
          </a:prstGeom>
        </p:spPr>
        <p:txBody>
          <a:bodyPr/>
          <a:lstStyle>
            <a:lvl1pPr marL="498475" indent="-371475">
              <a:buSzPts val="1800"/>
              <a:buFont typeface="Helvetica"/>
              <a:buChar char="●"/>
              <a:defRPr sz="1800">
                <a:latin typeface="XCharter"/>
                <a:ea typeface="XCharter"/>
                <a:cs typeface="XCharter"/>
                <a:sym typeface="XCharter"/>
              </a:defRPr>
            </a:lvl1pPr>
            <a:lvl2pPr marL="955675" indent="-371475">
              <a:buSzPts val="1800"/>
              <a:buFont typeface="Helvetica"/>
              <a:buChar char="○"/>
              <a:defRPr sz="1800">
                <a:latin typeface="XCharter"/>
                <a:ea typeface="XCharter"/>
                <a:cs typeface="XCharter"/>
                <a:sym typeface="XCharter"/>
              </a:defRPr>
            </a:lvl2pPr>
            <a:lvl3pPr marL="1412875" indent="-371475">
              <a:buSzPts val="1800"/>
              <a:buFont typeface="Helvetica"/>
              <a:buChar char="■"/>
              <a:defRPr sz="1800">
                <a:latin typeface="XCharter"/>
                <a:ea typeface="XCharter"/>
                <a:cs typeface="XCharter"/>
                <a:sym typeface="XCharter"/>
              </a:defRPr>
            </a:lvl3pPr>
            <a:lvl4pPr marL="1870075" indent="-371475">
              <a:buSzPts val="1800"/>
              <a:buFont typeface="Helvetica"/>
              <a:buChar char="●"/>
              <a:defRPr sz="1800">
                <a:latin typeface="XCharter"/>
                <a:ea typeface="XCharter"/>
                <a:cs typeface="XCharter"/>
                <a:sym typeface="XCharter"/>
              </a:defRPr>
            </a:lvl4pPr>
            <a:lvl5pPr marL="2327275" indent="-371475">
              <a:buSzPts val="1800"/>
              <a:buFont typeface="Helvetica"/>
              <a:buChar char="○"/>
              <a:defRPr sz="1800">
                <a:latin typeface="XCharter"/>
                <a:ea typeface="XCharter"/>
                <a:cs typeface="XCharter"/>
                <a:sym typeface="XCharter"/>
              </a:defRPr>
            </a:lvl5pPr>
          </a:lstStyle>
          <a:p>
            <a:pPr/>
            <a:r>
              <a:t>Texte niveau 1</a:t>
            </a:r>
          </a:p>
          <a:p>
            <a:pPr lvl="1"/>
            <a:r>
              <a:t>Texte niveau 2</a:t>
            </a:r>
          </a:p>
          <a:p>
            <a:pPr lvl="2"/>
            <a:r>
              <a:t>Texte niveau 3</a:t>
            </a:r>
          </a:p>
          <a:p>
            <a:pPr lvl="3"/>
            <a:r>
              <a:t>Texte niveau 4</a:t>
            </a:r>
          </a:p>
          <a:p>
            <a:pPr lvl="4"/>
            <a:r>
              <a:t>Texte niveau 5</a:t>
            </a:r>
          </a:p>
        </p:txBody>
      </p:sp>
      <p:sp>
        <p:nvSpPr>
          <p:cNvPr id="110" name="Texte du titre"/>
          <p:cNvSpPr txBox="1"/>
          <p:nvPr>
            <p:ph type="title"/>
          </p:nvPr>
        </p:nvSpPr>
        <p:spPr>
          <a:xfrm>
            <a:off x="560825" y="1168325"/>
            <a:ext cx="3561301" cy="669001"/>
          </a:xfrm>
          <a:prstGeom prst="rect">
            <a:avLst/>
          </a:prstGeom>
        </p:spPr>
        <p:txBody>
          <a:bodyPr/>
          <a:lstStyle>
            <a:lvl1pPr algn="l"/>
          </a:lstStyle>
          <a:p>
            <a:pPr/>
            <a:r>
              <a:t>Texte du titre</a:t>
            </a:r>
          </a:p>
        </p:txBody>
      </p:sp>
      <p:sp>
        <p:nvSpPr>
          <p:cNvPr id="1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118" name="Texte du titre"/>
          <p:cNvSpPr txBox="1"/>
          <p:nvPr>
            <p:ph type="title"/>
          </p:nvPr>
        </p:nvSpPr>
        <p:spPr>
          <a:prstGeom prst="rect">
            <a:avLst/>
          </a:prstGeom>
        </p:spPr>
        <p:txBody>
          <a:bodyPr/>
          <a:lstStyle/>
          <a:p>
            <a:pPr/>
            <a:r>
              <a:t>Texte du titre</a:t>
            </a:r>
          </a:p>
        </p:txBody>
      </p:sp>
      <p:sp>
        <p:nvSpPr>
          <p:cNvPr id="119" name="Texte niveau 1…"/>
          <p:cNvSpPr txBox="1"/>
          <p:nvPr>
            <p:ph type="body" sz="quarter" idx="1"/>
          </p:nvPr>
        </p:nvSpPr>
        <p:spPr>
          <a:xfrm>
            <a:off x="2773575" y="3108998"/>
            <a:ext cx="2226601" cy="843902"/>
          </a:xfrm>
          <a:prstGeom prst="rect">
            <a:avLst/>
          </a:prstGeom>
        </p:spPr>
        <p:txBody>
          <a:bodyPr/>
          <a:lstStyle>
            <a:lvl1pPr marL="0" indent="114300">
              <a:buClrTx/>
              <a:buSzTx/>
              <a:buNone/>
              <a:defRPr sz="1600"/>
            </a:lvl1pPr>
            <a:lvl2pPr marL="0" indent="114300">
              <a:buClrTx/>
              <a:buSzTx/>
              <a:buNone/>
              <a:defRPr sz="1600"/>
            </a:lvl2pPr>
            <a:lvl3pPr marL="0" indent="114300">
              <a:buClrTx/>
              <a:buSzTx/>
              <a:buNone/>
              <a:defRPr sz="1600"/>
            </a:lvl3pPr>
            <a:lvl4pPr marL="0" indent="114300">
              <a:buClrTx/>
              <a:buSzTx/>
              <a:buNone/>
              <a:defRPr sz="1600"/>
            </a:lvl4pPr>
            <a:lvl5pPr marL="0" indent="114300">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120" name="Google Shape;98;p6"/>
          <p:cNvSpPr/>
          <p:nvPr/>
        </p:nvSpPr>
        <p:spPr>
          <a:xfrm flipH="1">
            <a:off x="7772469" y="127"/>
            <a:ext cx="1371535" cy="356726"/>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12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128" name="Texte du titre"/>
          <p:cNvSpPr txBox="1"/>
          <p:nvPr>
            <p:ph type="title"/>
          </p:nvPr>
        </p:nvSpPr>
        <p:spPr>
          <a:prstGeom prst="rect">
            <a:avLst/>
          </a:prstGeom>
        </p:spPr>
        <p:txBody>
          <a:bodyPr/>
          <a:lstStyle/>
          <a:p>
            <a:pPr/>
            <a:r>
              <a:t>Texte du titre</a:t>
            </a:r>
          </a:p>
        </p:txBody>
      </p:sp>
      <p:sp>
        <p:nvSpPr>
          <p:cNvPr id="12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136" name="Texte du titre"/>
          <p:cNvSpPr txBox="1"/>
          <p:nvPr>
            <p:ph type="title"/>
          </p:nvPr>
        </p:nvSpPr>
        <p:spPr>
          <a:prstGeom prst="rect">
            <a:avLst/>
          </a:prstGeom>
        </p:spPr>
        <p:txBody>
          <a:bodyPr/>
          <a:lstStyle/>
          <a:p>
            <a:pPr/>
            <a:r>
              <a:t>Texte du titre</a:t>
            </a:r>
          </a:p>
        </p:txBody>
      </p:sp>
      <p:sp>
        <p:nvSpPr>
          <p:cNvPr id="137" name="Texte niveau 1…"/>
          <p:cNvSpPr txBox="1"/>
          <p:nvPr>
            <p:ph type="body" sz="quarter" idx="1"/>
          </p:nvPr>
        </p:nvSpPr>
        <p:spPr>
          <a:xfrm>
            <a:off x="1456725" y="1617100"/>
            <a:ext cx="1960802" cy="1037702"/>
          </a:xfrm>
          <a:prstGeom prst="rect">
            <a:avLst/>
          </a:prstGeom>
        </p:spPr>
        <p:txBody>
          <a:bodyPr anchor="ctr"/>
          <a:lstStyle>
            <a:lvl1pPr marL="228600" indent="-114300">
              <a:buClrTx/>
              <a:buSzTx/>
              <a:buNone/>
              <a:defRPr sz="1600"/>
            </a:lvl1pPr>
            <a:lvl2pPr marL="228600" indent="114300">
              <a:buClrTx/>
              <a:buSzTx/>
              <a:buNone/>
              <a:defRPr sz="1600"/>
            </a:lvl2pPr>
            <a:lvl3pPr marL="228600" indent="114300">
              <a:buClrTx/>
              <a:buSzTx/>
              <a:buNone/>
              <a:defRPr sz="1600"/>
            </a:lvl3pPr>
            <a:lvl4pPr marL="228600" indent="114300">
              <a:buClrTx/>
              <a:buSzTx/>
              <a:buNone/>
              <a:defRPr sz="1600"/>
            </a:lvl4pPr>
            <a:lvl5pPr marL="228600" indent="114300">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138" name="Google Shape;104;p8"/>
          <p:cNvSpPr/>
          <p:nvPr/>
        </p:nvSpPr>
        <p:spPr>
          <a:xfrm>
            <a:off x="25" y="2689848"/>
            <a:ext cx="2770847" cy="1033356"/>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139" name="Google Shape;105;p8"/>
          <p:cNvSpPr/>
          <p:nvPr/>
        </p:nvSpPr>
        <p:spPr>
          <a:xfrm>
            <a:off x="10" y="-1"/>
            <a:ext cx="1278137" cy="44275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4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_1">
    <p:spTree>
      <p:nvGrpSpPr>
        <p:cNvPr id="1" name=""/>
        <p:cNvGrpSpPr/>
        <p:nvPr/>
      </p:nvGrpSpPr>
      <p:grpSpPr>
        <a:xfrm>
          <a:off x="0" y="0"/>
          <a:ext cx="0" cy="0"/>
          <a:chOff x="0" y="0"/>
          <a:chExt cx="0" cy="0"/>
        </a:xfrm>
      </p:grpSpPr>
      <p:sp>
        <p:nvSpPr>
          <p:cNvPr id="147" name="Google Shape;107;p9"/>
          <p:cNvSpPr/>
          <p:nvPr/>
        </p:nvSpPr>
        <p:spPr>
          <a:xfrm flipH="1">
            <a:off x="154" y="323032"/>
            <a:ext cx="1183485" cy="355189"/>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48" name="Google Shape;108;p9"/>
          <p:cNvSpPr/>
          <p:nvPr/>
        </p:nvSpPr>
        <p:spPr>
          <a:xfrm flipH="1">
            <a:off x="202" y="912525"/>
            <a:ext cx="3076171" cy="355174"/>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149" name="Google Shape;109;p9"/>
          <p:cNvSpPr/>
          <p:nvPr/>
        </p:nvSpPr>
        <p:spPr>
          <a:xfrm flipH="1">
            <a:off x="110" y="2089948"/>
            <a:ext cx="1766475" cy="35672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150" name="Google Shape;110;p9"/>
          <p:cNvSpPr/>
          <p:nvPr/>
        </p:nvSpPr>
        <p:spPr>
          <a:xfrm flipH="1">
            <a:off x="6715607" y="2089948"/>
            <a:ext cx="2070789" cy="356725"/>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151" name="Google Shape;111;p9"/>
          <p:cNvSpPr/>
          <p:nvPr/>
        </p:nvSpPr>
        <p:spPr>
          <a:xfrm flipH="1">
            <a:off x="1229530" y="1500449"/>
            <a:ext cx="1104095"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52" name="Google Shape;112;p9"/>
          <p:cNvSpPr/>
          <p:nvPr/>
        </p:nvSpPr>
        <p:spPr>
          <a:xfrm flipH="1">
            <a:off x="240" y="2679427"/>
            <a:ext cx="2247458"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53" name="Google Shape;113;p9"/>
          <p:cNvSpPr/>
          <p:nvPr/>
        </p:nvSpPr>
        <p:spPr>
          <a:xfrm flipH="1">
            <a:off x="23" y="1500449"/>
            <a:ext cx="1037939" cy="35674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54" name="Google Shape;114;p9"/>
          <p:cNvSpPr/>
          <p:nvPr/>
        </p:nvSpPr>
        <p:spPr>
          <a:xfrm flipH="1">
            <a:off x="157" y="3268905"/>
            <a:ext cx="1103883" cy="355188"/>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155" name="Google Shape;115;p9"/>
          <p:cNvSpPr/>
          <p:nvPr/>
        </p:nvSpPr>
        <p:spPr>
          <a:xfrm flipH="1">
            <a:off x="1299941" y="3268903"/>
            <a:ext cx="490733"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56" name="Google Shape;116;p9"/>
          <p:cNvSpPr/>
          <p:nvPr/>
        </p:nvSpPr>
        <p:spPr>
          <a:xfrm flipH="1">
            <a:off x="131" y="3858378"/>
            <a:ext cx="1457195" cy="355196"/>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57" name="Google Shape;117;p9"/>
          <p:cNvSpPr/>
          <p:nvPr/>
        </p:nvSpPr>
        <p:spPr>
          <a:xfrm flipH="1">
            <a:off x="7377317" y="3858378"/>
            <a:ext cx="1766475" cy="355196"/>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58" name="Google Shape;118;p9"/>
          <p:cNvSpPr/>
          <p:nvPr/>
        </p:nvSpPr>
        <p:spPr>
          <a:xfrm flipH="1">
            <a:off x="7488715" y="2679427"/>
            <a:ext cx="1655078" cy="35519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159" name="Google Shape;119;p9"/>
          <p:cNvSpPr/>
          <p:nvPr/>
        </p:nvSpPr>
        <p:spPr>
          <a:xfrm flipH="1">
            <a:off x="8105943" y="3268903"/>
            <a:ext cx="1037940" cy="35519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60" name="Google Shape;120;p9"/>
          <p:cNvSpPr/>
          <p:nvPr/>
        </p:nvSpPr>
        <p:spPr>
          <a:xfrm flipH="1">
            <a:off x="8039879" y="1500455"/>
            <a:ext cx="1103883"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61" name="Google Shape;121;p9"/>
          <p:cNvSpPr/>
          <p:nvPr/>
        </p:nvSpPr>
        <p:spPr>
          <a:xfrm flipH="1">
            <a:off x="5478250" y="1500455"/>
            <a:ext cx="2365682"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62" name="Google Shape;122;p9"/>
          <p:cNvSpPr/>
          <p:nvPr/>
        </p:nvSpPr>
        <p:spPr>
          <a:xfrm flipH="1">
            <a:off x="6896103" y="912525"/>
            <a:ext cx="2247619" cy="355174"/>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163" name="Google Shape;123;p9"/>
          <p:cNvSpPr/>
          <p:nvPr/>
        </p:nvSpPr>
        <p:spPr>
          <a:xfrm flipH="1">
            <a:off x="3895730" y="323024"/>
            <a:ext cx="4819379" cy="355196"/>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64" name="Google Shape;124;p9"/>
          <p:cNvSpPr/>
          <p:nvPr/>
        </p:nvSpPr>
        <p:spPr>
          <a:xfrm flipH="1">
            <a:off x="2611628" y="4446327"/>
            <a:ext cx="6532373" cy="356724"/>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165" name="Google Shape;125;p9"/>
          <p:cNvSpPr/>
          <p:nvPr/>
        </p:nvSpPr>
        <p:spPr>
          <a:xfrm>
            <a:off x="2094066" y="1123141"/>
            <a:ext cx="4955559" cy="3012312"/>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166" name="Google Shape;126;p9"/>
          <p:cNvSpPr/>
          <p:nvPr/>
        </p:nvSpPr>
        <p:spPr>
          <a:xfrm>
            <a:off x="4277738" y="1545757"/>
            <a:ext cx="191020" cy="2983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848" y="0"/>
                </a:moveTo>
                <a:lnTo>
                  <a:pt x="0" y="10814"/>
                </a:lnTo>
                <a:lnTo>
                  <a:pt x="16848" y="21600"/>
                </a:lnTo>
                <a:lnTo>
                  <a:pt x="21600" y="18558"/>
                </a:lnTo>
                <a:lnTo>
                  <a:pt x="9503" y="10814"/>
                </a:lnTo>
                <a:lnTo>
                  <a:pt x="21600" y="3042"/>
                </a:lnTo>
                <a:lnTo>
                  <a:pt x="16848"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167" name="Google Shape;127;p9"/>
          <p:cNvSpPr/>
          <p:nvPr/>
        </p:nvSpPr>
        <p:spPr>
          <a:xfrm>
            <a:off x="4674542" y="1545757"/>
            <a:ext cx="191413" cy="2983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42" y="0"/>
                </a:moveTo>
                <a:lnTo>
                  <a:pt x="0" y="3042"/>
                </a:lnTo>
                <a:lnTo>
                  <a:pt x="12120" y="10814"/>
                </a:lnTo>
                <a:lnTo>
                  <a:pt x="0" y="18558"/>
                </a:lnTo>
                <a:lnTo>
                  <a:pt x="4742" y="21600"/>
                </a:lnTo>
                <a:lnTo>
                  <a:pt x="21600" y="10814"/>
                </a:lnTo>
                <a:lnTo>
                  <a:pt x="4742"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168" name="Google Shape;128;p9"/>
          <p:cNvSpPr/>
          <p:nvPr/>
        </p:nvSpPr>
        <p:spPr>
          <a:xfrm>
            <a:off x="4508062" y="1516186"/>
            <a:ext cx="127206" cy="357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91" y="0"/>
                </a:moveTo>
                <a:lnTo>
                  <a:pt x="0" y="20894"/>
                </a:lnTo>
                <a:lnTo>
                  <a:pt x="9904" y="21600"/>
                </a:lnTo>
                <a:lnTo>
                  <a:pt x="21600" y="704"/>
                </a:lnTo>
                <a:lnTo>
                  <a:pt x="11691" y="0"/>
                </a:lnTo>
                <a:close/>
              </a:path>
            </a:pathLst>
          </a:custGeom>
          <a:solidFill>
            <a:schemeClr val="accent2"/>
          </a:solidFill>
          <a:ln w="12700">
            <a:miter lim="400000"/>
          </a:ln>
        </p:spPr>
        <p:txBody>
          <a:bodyPr lIns="45718" tIns="45718" rIns="45718" bIns="45718" anchor="ctr"/>
          <a:lstStyle/>
          <a:p>
            <a:pPr>
              <a:defRPr sz="1400">
                <a:solidFill>
                  <a:srgbClr val="000000"/>
                </a:solidFill>
              </a:defRPr>
            </a:pPr>
          </a:p>
        </p:txBody>
      </p:sp>
      <p:sp>
        <p:nvSpPr>
          <p:cNvPr id="169" name="Google Shape;129;p9"/>
          <p:cNvSpPr/>
          <p:nvPr/>
        </p:nvSpPr>
        <p:spPr>
          <a:xfrm flipH="1">
            <a:off x="1647954" y="3858378"/>
            <a:ext cx="1766548" cy="355196"/>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70" name="Google Shape;130;p9"/>
          <p:cNvSpPr/>
          <p:nvPr/>
        </p:nvSpPr>
        <p:spPr>
          <a:xfrm flipH="1">
            <a:off x="6667517" y="3268903"/>
            <a:ext cx="1246815" cy="35519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71" name="Google Shape;131;p9"/>
          <p:cNvSpPr/>
          <p:nvPr/>
        </p:nvSpPr>
        <p:spPr>
          <a:xfrm flipH="1">
            <a:off x="5729416" y="912525"/>
            <a:ext cx="985626" cy="35517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72" name="Texte niveau 1…"/>
          <p:cNvSpPr txBox="1"/>
          <p:nvPr>
            <p:ph type="body" sz="quarter" idx="1"/>
          </p:nvPr>
        </p:nvSpPr>
        <p:spPr>
          <a:xfrm>
            <a:off x="2521798" y="2340324"/>
            <a:ext cx="4100404" cy="808501"/>
          </a:xfrm>
          <a:prstGeom prst="rect">
            <a:avLst/>
          </a:prstGeom>
        </p:spPr>
        <p:txBody>
          <a:bodyPr lIns="0" tIns="0" rIns="0" bIns="0" anchor="ctr"/>
          <a:lstStyle>
            <a:lvl1pPr marL="228600" indent="-114300" algn="ctr">
              <a:buClrTx/>
              <a:buSzTx/>
              <a:buNone/>
              <a:defRPr b="1" sz="1600">
                <a:solidFill>
                  <a:schemeClr val="accent1"/>
                </a:solidFill>
                <a:latin typeface="Overpass Mono"/>
                <a:ea typeface="Overpass Mono"/>
                <a:cs typeface="Overpass Mono"/>
                <a:sym typeface="Overpass Mono"/>
              </a:defRPr>
            </a:lvl1pPr>
            <a:lvl2pPr marL="228600" indent="114300" algn="ctr">
              <a:buClrTx/>
              <a:buSzTx/>
              <a:buNone/>
              <a:defRPr b="1" sz="1600">
                <a:solidFill>
                  <a:schemeClr val="accent1"/>
                </a:solidFill>
                <a:latin typeface="Overpass Mono"/>
                <a:ea typeface="Overpass Mono"/>
                <a:cs typeface="Overpass Mono"/>
                <a:sym typeface="Overpass Mono"/>
              </a:defRPr>
            </a:lvl2pPr>
            <a:lvl3pPr marL="228600" indent="114300" algn="ctr">
              <a:buClrTx/>
              <a:buSzTx/>
              <a:buNone/>
              <a:defRPr b="1" sz="1600">
                <a:solidFill>
                  <a:schemeClr val="accent1"/>
                </a:solidFill>
                <a:latin typeface="Overpass Mono"/>
                <a:ea typeface="Overpass Mono"/>
                <a:cs typeface="Overpass Mono"/>
                <a:sym typeface="Overpass Mono"/>
              </a:defRPr>
            </a:lvl3pPr>
            <a:lvl4pPr marL="228600" indent="114300" algn="ctr">
              <a:buClrTx/>
              <a:buSzTx/>
              <a:buNone/>
              <a:defRPr b="1" sz="1600">
                <a:solidFill>
                  <a:schemeClr val="accent1"/>
                </a:solidFill>
                <a:latin typeface="Overpass Mono"/>
                <a:ea typeface="Overpass Mono"/>
                <a:cs typeface="Overpass Mono"/>
                <a:sym typeface="Overpass Mono"/>
              </a:defRPr>
            </a:lvl4pPr>
            <a:lvl5pPr marL="228600" indent="114300" algn="ctr">
              <a:buClrTx/>
              <a:buSzTx/>
              <a:buNone/>
              <a:defRPr b="1" sz="1600">
                <a:solidFill>
                  <a:schemeClr val="accent1"/>
                </a:solidFill>
                <a:latin typeface="Overpass Mono"/>
                <a:ea typeface="Overpass Mono"/>
                <a:cs typeface="Overpass Mono"/>
                <a:sym typeface="Overpass Mono"/>
              </a:defRPr>
            </a:lvl5pPr>
          </a:lstStyle>
          <a:p>
            <a:pPr/>
            <a:r>
              <a:t>Texte niveau 1</a:t>
            </a:r>
          </a:p>
          <a:p>
            <a:pPr lvl="1"/>
            <a:r>
              <a:t>Texte niveau 2</a:t>
            </a:r>
          </a:p>
          <a:p>
            <a:pPr lvl="2"/>
            <a:r>
              <a:t>Texte niveau 3</a:t>
            </a:r>
          </a:p>
          <a:p>
            <a:pPr lvl="3"/>
            <a:r>
              <a:t>Texte niveau 4</a:t>
            </a:r>
          </a:p>
          <a:p>
            <a:pPr lvl="4"/>
            <a:r>
              <a:t>Texte niveau 5</a:t>
            </a:r>
          </a:p>
        </p:txBody>
      </p:sp>
      <p:sp>
        <p:nvSpPr>
          <p:cNvPr id="173" name="Texte du titre"/>
          <p:cNvSpPr txBox="1"/>
          <p:nvPr>
            <p:ph type="title"/>
          </p:nvPr>
        </p:nvSpPr>
        <p:spPr>
          <a:xfrm>
            <a:off x="2521798" y="3221225"/>
            <a:ext cx="4100404" cy="402902"/>
          </a:xfrm>
          <a:prstGeom prst="rect">
            <a:avLst/>
          </a:prstGeom>
        </p:spPr>
        <p:txBody>
          <a:bodyPr lIns="0" tIns="0" rIns="0" bIns="0"/>
          <a:lstStyle>
            <a:lvl1pPr>
              <a:defRPr b="0" sz="2200">
                <a:solidFill>
                  <a:schemeClr val="accent1"/>
                </a:solidFill>
                <a:latin typeface="Anaheim"/>
                <a:ea typeface="Anaheim"/>
                <a:cs typeface="Anaheim"/>
                <a:sym typeface="Anaheim"/>
              </a:defRPr>
            </a:lvl1pPr>
          </a:lstStyle>
          <a:p>
            <a:pPr/>
            <a:r>
              <a:t>Texte du titre</a:t>
            </a:r>
          </a:p>
        </p:txBody>
      </p:sp>
      <p:sp>
        <p:nvSpPr>
          <p:cNvPr id="17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181" name="Texte niveau 1…"/>
          <p:cNvSpPr txBox="1"/>
          <p:nvPr>
            <p:ph type="body" sz="quarter" idx="1"/>
          </p:nvPr>
        </p:nvSpPr>
        <p:spPr>
          <a:xfrm>
            <a:off x="5247749" y="2169548"/>
            <a:ext cx="2467501" cy="1455602"/>
          </a:xfrm>
          <a:prstGeom prst="rect">
            <a:avLst/>
          </a:prstGeom>
        </p:spPr>
        <p:txBody>
          <a:bodyPr anchor="ctr"/>
          <a:lstStyle>
            <a:lvl1pPr marL="228600" indent="-114300">
              <a:buClrTx/>
              <a:buSzTx/>
              <a:buNone/>
              <a:defRPr sz="1600"/>
            </a:lvl1pPr>
            <a:lvl2pPr marL="228600" indent="114300">
              <a:buClrTx/>
              <a:buSzTx/>
              <a:buNone/>
              <a:defRPr sz="1600"/>
            </a:lvl2pPr>
            <a:lvl3pPr marL="228600" indent="114300">
              <a:buClrTx/>
              <a:buSzTx/>
              <a:buNone/>
              <a:defRPr sz="1600"/>
            </a:lvl3pPr>
            <a:lvl4pPr marL="228600" indent="114300">
              <a:buClrTx/>
              <a:buSzTx/>
              <a:buNone/>
              <a:defRPr sz="1600"/>
            </a:lvl4pPr>
            <a:lvl5pPr marL="228600" indent="114300">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182" name="Texte du titre"/>
          <p:cNvSpPr txBox="1"/>
          <p:nvPr>
            <p:ph type="title"/>
          </p:nvPr>
        </p:nvSpPr>
        <p:spPr>
          <a:prstGeom prst="rect">
            <a:avLst/>
          </a:prstGeom>
        </p:spPr>
        <p:txBody>
          <a:bodyPr/>
          <a:lstStyle/>
          <a:p>
            <a:pPr/>
            <a:r>
              <a:t>Texte du titre</a:t>
            </a:r>
          </a:p>
        </p:txBody>
      </p:sp>
      <p:sp>
        <p:nvSpPr>
          <p:cNvPr id="183" name="Google Shape;137;p10"/>
          <p:cNvSpPr/>
          <p:nvPr/>
        </p:nvSpPr>
        <p:spPr>
          <a:xfrm>
            <a:off x="6419050" y="1575199"/>
            <a:ext cx="2725056" cy="240857"/>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84" name="Google Shape;138;p10"/>
          <p:cNvSpPr/>
          <p:nvPr/>
        </p:nvSpPr>
        <p:spPr>
          <a:xfrm>
            <a:off x="14" y="4700673"/>
            <a:ext cx="1675608" cy="442749"/>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8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_1">
    <p:spTree>
      <p:nvGrpSpPr>
        <p:cNvPr id="1" name=""/>
        <p:cNvGrpSpPr/>
        <p:nvPr/>
      </p:nvGrpSpPr>
      <p:grpSpPr>
        <a:xfrm>
          <a:off x="0" y="0"/>
          <a:ext cx="0" cy="0"/>
          <a:chOff x="0" y="0"/>
          <a:chExt cx="0" cy="0"/>
        </a:xfrm>
      </p:grpSpPr>
      <p:sp>
        <p:nvSpPr>
          <p:cNvPr id="192" name="Google Shape;140;p11"/>
          <p:cNvSpPr/>
          <p:nvPr/>
        </p:nvSpPr>
        <p:spPr>
          <a:xfrm>
            <a:off x="7928639" y="80"/>
            <a:ext cx="1215276" cy="401853"/>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93" name="Google Shape;141;p11"/>
          <p:cNvSpPr/>
          <p:nvPr/>
        </p:nvSpPr>
        <p:spPr>
          <a:xfrm>
            <a:off x="3511524" y="783784"/>
            <a:ext cx="5632332" cy="2353699"/>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94" name="Texte du titre"/>
          <p:cNvSpPr txBox="1"/>
          <p:nvPr>
            <p:ph type="title"/>
          </p:nvPr>
        </p:nvSpPr>
        <p:spPr>
          <a:xfrm>
            <a:off x="3762375" y="1012300"/>
            <a:ext cx="4915200" cy="1940101"/>
          </a:xfrm>
          <a:prstGeom prst="rect">
            <a:avLst/>
          </a:prstGeom>
        </p:spPr>
        <p:txBody>
          <a:bodyPr lIns="0" tIns="0" rIns="0" bIns="0" anchor="ctr"/>
          <a:lstStyle>
            <a:lvl1pPr algn="r">
              <a:defRPr sz="3500">
                <a:solidFill>
                  <a:schemeClr val="accent1"/>
                </a:solidFill>
              </a:defRPr>
            </a:lvl1pPr>
          </a:lstStyle>
          <a:p>
            <a:pPr/>
            <a:r>
              <a:t>Texte du titre</a:t>
            </a:r>
          </a:p>
        </p:txBody>
      </p:sp>
      <p:sp>
        <p:nvSpPr>
          <p:cNvPr id="195" name="Google Shape;143;p11"/>
          <p:cNvSpPr/>
          <p:nvPr/>
        </p:nvSpPr>
        <p:spPr>
          <a:xfrm>
            <a:off x="5865072" y="3429580"/>
            <a:ext cx="1215345" cy="25960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196" name="Google Shape;144;p11"/>
          <p:cNvSpPr/>
          <p:nvPr/>
        </p:nvSpPr>
        <p:spPr>
          <a:xfrm>
            <a:off x="8018967" y="3429580"/>
            <a:ext cx="1124960" cy="25962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97" name="Google Shape;145;p11"/>
          <p:cNvSpPr/>
          <p:nvPr/>
        </p:nvSpPr>
        <p:spPr>
          <a:xfrm>
            <a:off x="7083824" y="3429580"/>
            <a:ext cx="259697" cy="25960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198" name="Google Shape;146;p11"/>
          <p:cNvSpPr/>
          <p:nvPr/>
        </p:nvSpPr>
        <p:spPr>
          <a:xfrm>
            <a:off x="7496637" y="3429580"/>
            <a:ext cx="259646" cy="25962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19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206" name="Texte niveau 1…"/>
          <p:cNvSpPr txBox="1"/>
          <p:nvPr>
            <p:ph type="body" sz="quarter" idx="1"/>
          </p:nvPr>
        </p:nvSpPr>
        <p:spPr>
          <a:xfrm>
            <a:off x="311698" y="3306869"/>
            <a:ext cx="8520603" cy="651002"/>
          </a:xfrm>
          <a:prstGeom prst="rect">
            <a:avLst/>
          </a:prstGeom>
        </p:spPr>
        <p:txBody>
          <a:bodyPr/>
          <a:lstStyle>
            <a:lvl1pPr indent="-330200" algn="ctr">
              <a:lnSpc>
                <a:spcPct val="115000"/>
              </a:lnSpc>
              <a:buSzPts val="1600"/>
              <a:buFont typeface="Helvetica"/>
              <a:buChar char="●"/>
              <a:defRPr sz="1600"/>
            </a:lvl1pPr>
            <a:lvl2pPr indent="-330200" algn="ctr">
              <a:lnSpc>
                <a:spcPct val="115000"/>
              </a:lnSpc>
              <a:buSzPts val="1600"/>
              <a:buFont typeface="Helvetica"/>
              <a:buChar char="○"/>
              <a:defRPr sz="1600"/>
            </a:lvl2pPr>
            <a:lvl3pPr indent="-330200" algn="ctr">
              <a:lnSpc>
                <a:spcPct val="115000"/>
              </a:lnSpc>
              <a:buSzPts val="1600"/>
              <a:buFont typeface="Helvetica"/>
              <a:buChar char="■"/>
              <a:defRPr sz="1600"/>
            </a:lvl3pPr>
            <a:lvl4pPr indent="-330200" algn="ctr">
              <a:lnSpc>
                <a:spcPct val="115000"/>
              </a:lnSpc>
              <a:buSzPts val="1600"/>
              <a:buFont typeface="Helvetica"/>
              <a:buChar char="●"/>
              <a:defRPr sz="1600"/>
            </a:lvl4pPr>
            <a:lvl5pPr indent="-330200" algn="ctr">
              <a:lnSpc>
                <a:spcPct val="115000"/>
              </a:lnSpc>
              <a:buSzPts val="1600"/>
              <a:buFont typeface="Helvetica"/>
              <a:buChar char="○"/>
              <a:defRPr sz="1600"/>
            </a:lvl5pPr>
          </a:lstStyle>
          <a:p>
            <a:pPr/>
            <a:r>
              <a:t>Texte niveau 1</a:t>
            </a:r>
          </a:p>
          <a:p>
            <a:pPr lvl="1"/>
            <a:r>
              <a:t>Texte niveau 2</a:t>
            </a:r>
          </a:p>
          <a:p>
            <a:pPr lvl="2"/>
            <a:r>
              <a:t>Texte niveau 3</a:t>
            </a:r>
          </a:p>
          <a:p>
            <a:pPr lvl="3"/>
            <a:r>
              <a:t>Texte niveau 4</a:t>
            </a:r>
          </a:p>
          <a:p>
            <a:pPr lvl="4"/>
            <a:r>
              <a:t>Texte niveau 5</a:t>
            </a:r>
          </a:p>
        </p:txBody>
      </p:sp>
      <p:sp>
        <p:nvSpPr>
          <p:cNvPr id="207" name="Google Shape;149;p12"/>
          <p:cNvSpPr/>
          <p:nvPr/>
        </p:nvSpPr>
        <p:spPr>
          <a:xfrm rot="10800000">
            <a:off x="2751806" y="4243802"/>
            <a:ext cx="6390891" cy="904548"/>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208" name="Google Shape;150;p12"/>
          <p:cNvSpPr/>
          <p:nvPr/>
        </p:nvSpPr>
        <p:spPr>
          <a:xfrm rot="10800000">
            <a:off x="1361248" y="1501675"/>
            <a:ext cx="7779127" cy="1524551"/>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09" name="Google Shape;151;p12"/>
          <p:cNvSpPr/>
          <p:nvPr/>
        </p:nvSpPr>
        <p:spPr>
          <a:xfrm rot="10800000">
            <a:off x="1" y="182"/>
            <a:ext cx="5789091" cy="505369"/>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210" name="Google Shape;152;p12"/>
          <p:cNvSpPr/>
          <p:nvPr/>
        </p:nvSpPr>
        <p:spPr>
          <a:xfrm rot="10800000">
            <a:off x="149" y="1501999"/>
            <a:ext cx="1103883" cy="355188"/>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211" name="Google Shape;153;p12"/>
          <p:cNvSpPr/>
          <p:nvPr/>
        </p:nvSpPr>
        <p:spPr>
          <a:xfrm rot="10800000">
            <a:off x="532567" y="912522"/>
            <a:ext cx="1055361" cy="35517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212" name="Google Shape;154;p12"/>
          <p:cNvSpPr/>
          <p:nvPr/>
        </p:nvSpPr>
        <p:spPr>
          <a:xfrm rot="10800000">
            <a:off x="7173252" y="912515"/>
            <a:ext cx="1970502" cy="355189"/>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213" name="Google Shape;155;p12"/>
          <p:cNvSpPr/>
          <p:nvPr/>
        </p:nvSpPr>
        <p:spPr>
          <a:xfrm rot="10800000">
            <a:off x="1814476" y="912515"/>
            <a:ext cx="1600012" cy="355189"/>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14" name="Google Shape;156;p12"/>
          <p:cNvSpPr/>
          <p:nvPr/>
        </p:nvSpPr>
        <p:spPr>
          <a:xfrm rot="10800000">
            <a:off x="4523684" y="323047"/>
            <a:ext cx="2095392" cy="356726"/>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215" name="Google Shape;157;p12"/>
          <p:cNvSpPr/>
          <p:nvPr/>
        </p:nvSpPr>
        <p:spPr>
          <a:xfrm rot="10800000">
            <a:off x="7381058" y="3345805"/>
            <a:ext cx="1762839" cy="35519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16" name="Google Shape;158;p12"/>
          <p:cNvSpPr/>
          <p:nvPr/>
        </p:nvSpPr>
        <p:spPr>
          <a:xfrm rot="10800000">
            <a:off x="112" y="2085051"/>
            <a:ext cx="1785323" cy="356726"/>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217" name="Google Shape;159;p12"/>
          <p:cNvSpPr/>
          <p:nvPr/>
        </p:nvSpPr>
        <p:spPr>
          <a:xfrm rot="10800000">
            <a:off x="656318" y="4788327"/>
            <a:ext cx="2628727" cy="35517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218" name="xx%"/>
          <p:cNvSpPr txBox="1"/>
          <p:nvPr>
            <p:ph type="title" hasCustomPrompt="1"/>
          </p:nvPr>
        </p:nvSpPr>
        <p:spPr>
          <a:xfrm>
            <a:off x="311698" y="1847850"/>
            <a:ext cx="8520603" cy="1382701"/>
          </a:xfrm>
          <a:prstGeom prst="rect">
            <a:avLst/>
          </a:prstGeom>
        </p:spPr>
        <p:txBody>
          <a:bodyPr lIns="0" tIns="0" rIns="0" bIns="0" anchor="b"/>
          <a:lstStyle>
            <a:lvl1pPr>
              <a:defRPr sz="12500">
                <a:solidFill>
                  <a:srgbClr val="FFFFFF"/>
                </a:solidFill>
              </a:defRPr>
            </a:lvl1pPr>
          </a:lstStyle>
          <a:p>
            <a:pPr/>
            <a:r>
              <a:t>xx%</a:t>
            </a:r>
          </a:p>
        </p:txBody>
      </p:sp>
      <p:sp>
        <p:nvSpPr>
          <p:cNvPr id="21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22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
    <p:spTree>
      <p:nvGrpSpPr>
        <p:cNvPr id="1" name=""/>
        <p:cNvGrpSpPr/>
        <p:nvPr/>
      </p:nvGrpSpPr>
      <p:grpSpPr>
        <a:xfrm>
          <a:off x="0" y="0"/>
          <a:ext cx="0" cy="0"/>
          <a:chOff x="0" y="0"/>
          <a:chExt cx="0" cy="0"/>
        </a:xfrm>
      </p:grpSpPr>
      <p:grpSp>
        <p:nvGrpSpPr>
          <p:cNvPr id="251" name="Google Shape;163;p14"/>
          <p:cNvGrpSpPr/>
          <p:nvPr/>
        </p:nvGrpSpPr>
        <p:grpSpPr>
          <a:xfrm>
            <a:off x="-28" y="2816318"/>
            <a:ext cx="9144050" cy="948287"/>
            <a:chOff x="0" y="0"/>
            <a:chExt cx="9144048" cy="948286"/>
          </a:xfrm>
        </p:grpSpPr>
        <p:sp>
          <p:nvSpPr>
            <p:cNvPr id="233" name="Google Shape;164;p14"/>
            <p:cNvSpPr/>
            <p:nvPr/>
          </p:nvSpPr>
          <p:spPr>
            <a:xfrm>
              <a:off x="5439510" y="816467"/>
              <a:ext cx="142125"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4" name="Google Shape;165;p14"/>
            <p:cNvSpPr/>
            <p:nvPr/>
          </p:nvSpPr>
          <p:spPr>
            <a:xfrm>
              <a:off x="5723732" y="816467"/>
              <a:ext cx="2948776"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5" name="Google Shape;166;p14"/>
            <p:cNvSpPr/>
            <p:nvPr/>
          </p:nvSpPr>
          <p:spPr>
            <a:xfrm>
              <a:off x="4574621" y="544439"/>
              <a:ext cx="1353803"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6" name="Google Shape;167;p14"/>
            <p:cNvSpPr/>
            <p:nvPr/>
          </p:nvSpPr>
          <p:spPr>
            <a:xfrm>
              <a:off x="5129369" y="0"/>
              <a:ext cx="1148796"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7" name="Google Shape;168;p14"/>
            <p:cNvSpPr/>
            <p:nvPr/>
          </p:nvSpPr>
          <p:spPr>
            <a:xfrm>
              <a:off x="3376773" y="816467"/>
              <a:ext cx="142125"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8" name="Google Shape;169;p14"/>
            <p:cNvSpPr/>
            <p:nvPr/>
          </p:nvSpPr>
          <p:spPr>
            <a:xfrm>
              <a:off x="3077703" y="0"/>
              <a:ext cx="370367"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39" name="Google Shape;170;p14"/>
            <p:cNvSpPr/>
            <p:nvPr/>
          </p:nvSpPr>
          <p:spPr>
            <a:xfrm>
              <a:off x="3542884" y="0"/>
              <a:ext cx="139469"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0" name="Google Shape;171;p14"/>
            <p:cNvSpPr/>
            <p:nvPr/>
          </p:nvSpPr>
          <p:spPr>
            <a:xfrm>
              <a:off x="3723874" y="272027"/>
              <a:ext cx="366175"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1" name="Google Shape;172;p14"/>
            <p:cNvSpPr/>
            <p:nvPr/>
          </p:nvSpPr>
          <p:spPr>
            <a:xfrm>
              <a:off x="2734794" y="272027"/>
              <a:ext cx="891624"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2" name="Google Shape;173;p14"/>
            <p:cNvSpPr/>
            <p:nvPr/>
          </p:nvSpPr>
          <p:spPr>
            <a:xfrm>
              <a:off x="864856" y="816467"/>
              <a:ext cx="142125"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3" name="Google Shape;174;p14"/>
            <p:cNvSpPr/>
            <p:nvPr/>
          </p:nvSpPr>
          <p:spPr>
            <a:xfrm>
              <a:off x="1149078" y="816467"/>
              <a:ext cx="2031649"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4" name="Google Shape;175;p14"/>
            <p:cNvSpPr/>
            <p:nvPr/>
          </p:nvSpPr>
          <p:spPr>
            <a:xfrm>
              <a:off x="-1" y="544439"/>
              <a:ext cx="1353804"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5" name="Google Shape;176;p14"/>
            <p:cNvSpPr/>
            <p:nvPr/>
          </p:nvSpPr>
          <p:spPr>
            <a:xfrm>
              <a:off x="824088" y="0"/>
              <a:ext cx="1337803"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6" name="Google Shape;177;p14"/>
            <p:cNvSpPr/>
            <p:nvPr/>
          </p:nvSpPr>
          <p:spPr>
            <a:xfrm>
              <a:off x="582170" y="0"/>
              <a:ext cx="139437"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7" name="Google Shape;178;p14"/>
            <p:cNvSpPr/>
            <p:nvPr/>
          </p:nvSpPr>
          <p:spPr>
            <a:xfrm>
              <a:off x="8756445" y="816467"/>
              <a:ext cx="142125"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8" name="Google Shape;179;p14"/>
            <p:cNvSpPr/>
            <p:nvPr/>
          </p:nvSpPr>
          <p:spPr>
            <a:xfrm>
              <a:off x="7790244" y="544439"/>
              <a:ext cx="1353804" cy="131820"/>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49" name="Google Shape;180;p14"/>
            <p:cNvSpPr/>
            <p:nvPr/>
          </p:nvSpPr>
          <p:spPr>
            <a:xfrm>
              <a:off x="6982155" y="0"/>
              <a:ext cx="1154908"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250" name="Google Shape;181;p14"/>
            <p:cNvSpPr/>
            <p:nvPr/>
          </p:nvSpPr>
          <p:spPr>
            <a:xfrm>
              <a:off x="8279073" y="0"/>
              <a:ext cx="139821" cy="131436"/>
            </a:xfrm>
            <a:prstGeom prst="rect">
              <a:avLst/>
            </a:prstGeom>
            <a:solidFill>
              <a:srgbClr val="FFFFFF">
                <a:alpha val="6270"/>
              </a:srgbClr>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
        <p:nvSpPr>
          <p:cNvPr id="252" name="Texte du titre"/>
          <p:cNvSpPr txBox="1"/>
          <p:nvPr>
            <p:ph type="title"/>
          </p:nvPr>
        </p:nvSpPr>
        <p:spPr>
          <a:xfrm>
            <a:off x="6355374" y="-142872"/>
            <a:ext cx="1435802" cy="430502"/>
          </a:xfrm>
          <a:prstGeom prst="rect">
            <a:avLst/>
          </a:prstGeom>
        </p:spPr>
        <p:txBody>
          <a:bodyPr lIns="0" tIns="0" rIns="0" bIns="0" anchor="b"/>
          <a:lstStyle>
            <a:lvl1pPr>
              <a:defRPr sz="2200">
                <a:solidFill>
                  <a:srgbClr val="FFFFFF"/>
                </a:solidFill>
              </a:defRPr>
            </a:lvl1pPr>
          </a:lstStyle>
          <a:p>
            <a:pPr/>
            <a:r>
              <a:t>Texte du titre</a:t>
            </a:r>
          </a:p>
        </p:txBody>
      </p:sp>
      <p:sp>
        <p:nvSpPr>
          <p:cNvPr id="253" name="Texte niveau 1…"/>
          <p:cNvSpPr txBox="1"/>
          <p:nvPr>
            <p:ph type="body" sz="quarter" idx="1"/>
          </p:nvPr>
        </p:nvSpPr>
        <p:spPr>
          <a:xfrm>
            <a:off x="6040625" y="1928648"/>
            <a:ext cx="2066402" cy="430502"/>
          </a:xfrm>
          <a:prstGeom prst="rect">
            <a:avLst/>
          </a:prstGeom>
        </p:spPr>
        <p:txBody>
          <a:bodyPr lIns="0" tIns="0" rIns="0" bIns="0"/>
          <a:lstStyle>
            <a:lvl1pPr marL="0" indent="114300">
              <a:lnSpc>
                <a:spcPct val="115000"/>
              </a:lnSpc>
              <a:buClrTx/>
              <a:buSzTx/>
              <a:buNone/>
              <a:defRPr sz="1600"/>
            </a:lvl1pPr>
            <a:lvl2pPr marL="0" indent="114300">
              <a:lnSpc>
                <a:spcPct val="115000"/>
              </a:lnSpc>
              <a:buClrTx/>
              <a:buSzTx/>
              <a:buNone/>
              <a:defRPr sz="1600"/>
            </a:lvl2pPr>
            <a:lvl3pPr marL="0" indent="114300">
              <a:lnSpc>
                <a:spcPct val="115000"/>
              </a:lnSpc>
              <a:buClrTx/>
              <a:buSzTx/>
              <a:buNone/>
              <a:defRPr sz="1600"/>
            </a:lvl3pPr>
            <a:lvl4pPr marL="0" indent="114300">
              <a:lnSpc>
                <a:spcPct val="115000"/>
              </a:lnSpc>
              <a:buClrTx/>
              <a:buSzTx/>
              <a:buNone/>
              <a:defRPr sz="1600"/>
            </a:lvl4pPr>
            <a:lvl5pPr marL="0" indent="114300">
              <a:lnSpc>
                <a:spcPct val="115000"/>
              </a:lnSpc>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25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
    <p:spTree>
      <p:nvGrpSpPr>
        <p:cNvPr id="1" name=""/>
        <p:cNvGrpSpPr/>
        <p:nvPr/>
      </p:nvGrpSpPr>
      <p:grpSpPr>
        <a:xfrm>
          <a:off x="0" y="0"/>
          <a:ext cx="0" cy="0"/>
          <a:chOff x="0" y="0"/>
          <a:chExt cx="0" cy="0"/>
        </a:xfrm>
      </p:grpSpPr>
      <p:sp>
        <p:nvSpPr>
          <p:cNvPr id="261" name="Google Shape;192;p15"/>
          <p:cNvSpPr/>
          <p:nvPr/>
        </p:nvSpPr>
        <p:spPr>
          <a:xfrm>
            <a:off x="28" y="1584890"/>
            <a:ext cx="4361893" cy="241323"/>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62" name="Google Shape;193;p15"/>
          <p:cNvSpPr/>
          <p:nvPr/>
        </p:nvSpPr>
        <p:spPr>
          <a:xfrm>
            <a:off x="6076300" y="1584890"/>
            <a:ext cx="1243660" cy="241353"/>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63" name="Google Shape;194;p15"/>
          <p:cNvSpPr/>
          <p:nvPr/>
        </p:nvSpPr>
        <p:spPr>
          <a:xfrm>
            <a:off x="2172065" y="3002644"/>
            <a:ext cx="1243575" cy="240871"/>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64" name="Google Shape;195;p15"/>
          <p:cNvSpPr/>
          <p:nvPr/>
        </p:nvSpPr>
        <p:spPr>
          <a:xfrm>
            <a:off x="4667291" y="3002650"/>
            <a:ext cx="4476800" cy="240856"/>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65" name="Google Shape;196;p15"/>
          <p:cNvSpPr/>
          <p:nvPr/>
        </p:nvSpPr>
        <p:spPr>
          <a:xfrm>
            <a:off x="4552958" y="1584890"/>
            <a:ext cx="1342459" cy="241323"/>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266" name="Texte du titre"/>
          <p:cNvSpPr txBox="1"/>
          <p:nvPr>
            <p:ph type="title"/>
          </p:nvPr>
        </p:nvSpPr>
        <p:spPr>
          <a:xfrm>
            <a:off x="2189800" y="1848349"/>
            <a:ext cx="2163902" cy="240901"/>
          </a:xfrm>
          <a:prstGeom prst="rect">
            <a:avLst/>
          </a:prstGeom>
        </p:spPr>
        <p:txBody>
          <a:bodyPr lIns="0" tIns="0" rIns="0" bIns="0" anchor="b"/>
          <a:lstStyle>
            <a:lvl1pPr algn="l">
              <a:defRPr sz="3500">
                <a:solidFill>
                  <a:srgbClr val="FFFFFF"/>
                </a:solidFill>
              </a:defRPr>
            </a:lvl1pPr>
          </a:lstStyle>
          <a:p>
            <a:pPr/>
            <a:r>
              <a:t>Texte du titre</a:t>
            </a:r>
          </a:p>
        </p:txBody>
      </p:sp>
      <p:sp>
        <p:nvSpPr>
          <p:cNvPr id="267" name="Texte niveau 1…"/>
          <p:cNvSpPr txBox="1"/>
          <p:nvPr>
            <p:ph type="body" sz="quarter" idx="1"/>
          </p:nvPr>
        </p:nvSpPr>
        <p:spPr>
          <a:xfrm>
            <a:off x="2189801" y="2162324"/>
            <a:ext cx="2163902" cy="426602"/>
          </a:xfrm>
          <a:prstGeom prst="rect">
            <a:avLst/>
          </a:prstGeom>
        </p:spPr>
        <p:txBody>
          <a:bodyPr lIns="0" tIns="0" rIns="0" bIns="0"/>
          <a:lstStyle>
            <a:lvl1pPr marL="228600" indent="-114300">
              <a:buClrTx/>
              <a:buSzTx/>
              <a:buNone/>
              <a:defRPr b="1" sz="2200">
                <a:latin typeface="Overpass Mono"/>
                <a:ea typeface="Overpass Mono"/>
                <a:cs typeface="Overpass Mono"/>
                <a:sym typeface="Overpass Mono"/>
              </a:defRPr>
            </a:lvl1pPr>
            <a:lvl2pPr marL="228600" indent="114300">
              <a:buClrTx/>
              <a:buSzTx/>
              <a:buNone/>
              <a:defRPr b="1" sz="2200">
                <a:latin typeface="Overpass Mono"/>
                <a:ea typeface="Overpass Mono"/>
                <a:cs typeface="Overpass Mono"/>
                <a:sym typeface="Overpass Mono"/>
              </a:defRPr>
            </a:lvl2pPr>
            <a:lvl3pPr marL="228600" indent="114300">
              <a:buClrTx/>
              <a:buSzTx/>
              <a:buNone/>
              <a:defRPr b="1" sz="2200">
                <a:latin typeface="Overpass Mono"/>
                <a:ea typeface="Overpass Mono"/>
                <a:cs typeface="Overpass Mono"/>
                <a:sym typeface="Overpass Mono"/>
              </a:defRPr>
            </a:lvl3pPr>
            <a:lvl4pPr marL="228600" indent="114300">
              <a:buClrTx/>
              <a:buSzTx/>
              <a:buNone/>
              <a:defRPr b="1" sz="2200">
                <a:latin typeface="Overpass Mono"/>
                <a:ea typeface="Overpass Mono"/>
                <a:cs typeface="Overpass Mono"/>
                <a:sym typeface="Overpass Mono"/>
              </a:defRPr>
            </a:lvl4pPr>
            <a:lvl5pPr marL="228600" indent="114300">
              <a:buClrTx/>
              <a:buSzTx/>
              <a:buNone/>
              <a:defRPr b="1" sz="2200">
                <a:latin typeface="Overpass Mono"/>
                <a:ea typeface="Overpass Mono"/>
                <a:cs typeface="Overpass Mono"/>
                <a:sym typeface="Overpass Mono"/>
              </a:defRPr>
            </a:lvl5pPr>
          </a:lstStyle>
          <a:p>
            <a:pPr/>
            <a:r>
              <a:t>Texte niveau 1</a:t>
            </a:r>
          </a:p>
          <a:p>
            <a:pPr lvl="1"/>
            <a:r>
              <a:t>Texte niveau 2</a:t>
            </a:r>
          </a:p>
          <a:p>
            <a:pPr lvl="2"/>
            <a:r>
              <a:t>Texte niveau 3</a:t>
            </a:r>
          </a:p>
          <a:p>
            <a:pPr lvl="3"/>
            <a:r>
              <a:t>Texte niveau 4</a:t>
            </a:r>
          </a:p>
          <a:p>
            <a:pPr lvl="4"/>
            <a:r>
              <a:t>Texte niveau 5</a:t>
            </a:r>
          </a:p>
        </p:txBody>
      </p:sp>
      <p:sp>
        <p:nvSpPr>
          <p:cNvPr id="26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6">
    <p:spTree>
      <p:nvGrpSpPr>
        <p:cNvPr id="1" name=""/>
        <p:cNvGrpSpPr/>
        <p:nvPr/>
      </p:nvGrpSpPr>
      <p:grpSpPr>
        <a:xfrm>
          <a:off x="0" y="0"/>
          <a:ext cx="0" cy="0"/>
          <a:chOff x="0" y="0"/>
          <a:chExt cx="0" cy="0"/>
        </a:xfrm>
      </p:grpSpPr>
      <p:sp>
        <p:nvSpPr>
          <p:cNvPr id="275" name="Texte du titre"/>
          <p:cNvSpPr txBox="1"/>
          <p:nvPr>
            <p:ph type="title"/>
          </p:nvPr>
        </p:nvSpPr>
        <p:spPr>
          <a:xfrm>
            <a:off x="2266008" y="1775348"/>
            <a:ext cx="2163902" cy="356702"/>
          </a:xfrm>
          <a:prstGeom prst="rect">
            <a:avLst/>
          </a:prstGeom>
        </p:spPr>
        <p:txBody>
          <a:bodyPr lIns="0" tIns="0" rIns="0" bIns="0" anchor="b"/>
          <a:lstStyle>
            <a:lvl1pPr algn="l">
              <a:defRPr sz="2200">
                <a:solidFill>
                  <a:srgbClr val="FFFFFF"/>
                </a:solidFill>
              </a:defRPr>
            </a:lvl1pPr>
          </a:lstStyle>
          <a:p>
            <a:pPr/>
            <a:r>
              <a:t>Texte du titre</a:t>
            </a:r>
          </a:p>
        </p:txBody>
      </p:sp>
      <p:sp>
        <p:nvSpPr>
          <p:cNvPr id="276" name="Texte niveau 1…"/>
          <p:cNvSpPr txBox="1"/>
          <p:nvPr>
            <p:ph type="body" sz="quarter" idx="1"/>
          </p:nvPr>
        </p:nvSpPr>
        <p:spPr>
          <a:xfrm>
            <a:off x="4714175" y="2208197"/>
            <a:ext cx="2163902" cy="413102"/>
          </a:xfrm>
          <a:prstGeom prst="rect">
            <a:avLst/>
          </a:prstGeom>
        </p:spPr>
        <p:txBody>
          <a:bodyPr lIns="0" tIns="0" rIns="0" bIns="0"/>
          <a:lstStyle>
            <a:lvl1pPr marL="228600" indent="-114300" algn="r">
              <a:buClrTx/>
              <a:buSzTx/>
              <a:buNone/>
              <a:defRPr sz="1400"/>
            </a:lvl1pPr>
            <a:lvl2pPr marL="228600" indent="114300" algn="r">
              <a:buClrTx/>
              <a:buSzTx/>
              <a:buNone/>
              <a:defRPr sz="1400"/>
            </a:lvl2pPr>
            <a:lvl3pPr marL="228600" indent="114300" algn="r">
              <a:buClrTx/>
              <a:buSzTx/>
              <a:buNone/>
              <a:defRPr sz="1400"/>
            </a:lvl3pPr>
            <a:lvl4pPr marL="228600" indent="114300" algn="r">
              <a:buClrTx/>
              <a:buSzTx/>
              <a:buNone/>
              <a:defRPr sz="1400"/>
            </a:lvl4pPr>
            <a:lvl5pPr marL="228600" indent="114300" algn="r">
              <a:buClrTx/>
              <a:buSzTx/>
              <a:buNone/>
              <a:defRPr sz="1400"/>
            </a:lvl5pPr>
          </a:lstStyle>
          <a:p>
            <a:pPr/>
            <a:r>
              <a:t>Texte niveau 1</a:t>
            </a:r>
          </a:p>
          <a:p>
            <a:pPr lvl="1"/>
            <a:r>
              <a:t>Texte niveau 2</a:t>
            </a:r>
          </a:p>
          <a:p>
            <a:pPr lvl="2"/>
            <a:r>
              <a:t>Texte niveau 3</a:t>
            </a:r>
          </a:p>
          <a:p>
            <a:pPr lvl="3"/>
            <a:r>
              <a:t>Texte niveau 4</a:t>
            </a:r>
          </a:p>
          <a:p>
            <a:pPr lvl="4"/>
            <a:r>
              <a:t>Texte niveau 5</a:t>
            </a:r>
          </a:p>
        </p:txBody>
      </p:sp>
      <p:sp>
        <p:nvSpPr>
          <p:cNvPr id="27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4">
    <p:spTree>
      <p:nvGrpSpPr>
        <p:cNvPr id="1" name=""/>
        <p:cNvGrpSpPr/>
        <p:nvPr/>
      </p:nvGrpSpPr>
      <p:grpSpPr>
        <a:xfrm>
          <a:off x="0" y="0"/>
          <a:ext cx="0" cy="0"/>
          <a:chOff x="0" y="0"/>
          <a:chExt cx="0" cy="0"/>
        </a:xfrm>
      </p:grpSpPr>
      <p:sp>
        <p:nvSpPr>
          <p:cNvPr id="284" name="Google Shape;218;p17"/>
          <p:cNvSpPr/>
          <p:nvPr/>
        </p:nvSpPr>
        <p:spPr>
          <a:xfrm>
            <a:off x="6200895" y="1515866"/>
            <a:ext cx="2943109" cy="241322"/>
          </a:xfrm>
          <a:prstGeom prst="rect">
            <a:avLst/>
          </a:prstGeom>
          <a:solidFill>
            <a:srgbClr val="FFFFFF">
              <a:alpha val="18820"/>
            </a:srgbClr>
          </a:solidFill>
          <a:ln w="12700">
            <a:miter lim="400000"/>
          </a:ln>
        </p:spPr>
        <p:txBody>
          <a:bodyPr lIns="45718" tIns="45718" rIns="45718" bIns="45718" anchor="ctr"/>
          <a:lstStyle/>
          <a:p>
            <a:pPr>
              <a:defRPr sz="1400">
                <a:solidFill>
                  <a:srgbClr val="000000"/>
                </a:solidFill>
              </a:defRPr>
            </a:pPr>
          </a:p>
        </p:txBody>
      </p:sp>
      <p:sp>
        <p:nvSpPr>
          <p:cNvPr id="285" name="Texte niveau 1…"/>
          <p:cNvSpPr txBox="1"/>
          <p:nvPr>
            <p:ph type="body" sz="quarter" idx="1"/>
          </p:nvPr>
        </p:nvSpPr>
        <p:spPr>
          <a:xfrm>
            <a:off x="5438699" y="1973023"/>
            <a:ext cx="3124202" cy="2130902"/>
          </a:xfrm>
          <a:prstGeom prst="rect">
            <a:avLst/>
          </a:prstGeom>
        </p:spPr>
        <p:txBody>
          <a:bodyPr/>
          <a:lstStyle>
            <a:lvl1pPr indent="-330200" algn="r">
              <a:buSzPts val="1600"/>
              <a:buFont typeface="Helvetica"/>
              <a:buChar char="●"/>
              <a:defRPr sz="1600"/>
            </a:lvl1pPr>
            <a:lvl2pPr indent="-330200" algn="r">
              <a:buSzPts val="1600"/>
              <a:buFont typeface="Helvetica"/>
              <a:buChar char="○"/>
              <a:defRPr sz="1600"/>
            </a:lvl2pPr>
            <a:lvl3pPr indent="-330200" algn="r">
              <a:buSzPts val="1600"/>
              <a:buFont typeface="Helvetica"/>
              <a:buChar char="■"/>
              <a:defRPr sz="1600"/>
            </a:lvl3pPr>
            <a:lvl4pPr indent="-330200" algn="r">
              <a:buSzPts val="1600"/>
              <a:buFont typeface="Helvetica"/>
              <a:buChar char="●"/>
              <a:defRPr sz="1600"/>
            </a:lvl4pPr>
            <a:lvl5pPr indent="-330200" algn="r">
              <a:buSzPts val="1600"/>
              <a:buFont typeface="Helvetica"/>
              <a:buChar char="○"/>
              <a:defRPr sz="1600"/>
            </a:lvl5pPr>
          </a:lstStyle>
          <a:p>
            <a:pPr/>
            <a:r>
              <a:t>Texte niveau 1</a:t>
            </a:r>
          </a:p>
          <a:p>
            <a:pPr lvl="1"/>
            <a:r>
              <a:t>Texte niveau 2</a:t>
            </a:r>
          </a:p>
          <a:p>
            <a:pPr lvl="2"/>
            <a:r>
              <a:t>Texte niveau 3</a:t>
            </a:r>
          </a:p>
          <a:p>
            <a:pPr lvl="3"/>
            <a:r>
              <a:t>Texte niveau 4</a:t>
            </a:r>
          </a:p>
          <a:p>
            <a:pPr lvl="4"/>
            <a:r>
              <a:t>Texte niveau 5</a:t>
            </a:r>
          </a:p>
        </p:txBody>
      </p:sp>
      <p:sp>
        <p:nvSpPr>
          <p:cNvPr id="286" name="Texte du titre"/>
          <p:cNvSpPr txBox="1"/>
          <p:nvPr>
            <p:ph type="title"/>
          </p:nvPr>
        </p:nvSpPr>
        <p:spPr>
          <a:xfrm>
            <a:off x="5438775" y="1168325"/>
            <a:ext cx="3124200" cy="669001"/>
          </a:xfrm>
          <a:prstGeom prst="rect">
            <a:avLst/>
          </a:prstGeom>
        </p:spPr>
        <p:txBody>
          <a:bodyPr/>
          <a:lstStyle>
            <a:lvl1pPr algn="r"/>
          </a:lstStyle>
          <a:p>
            <a:pPr/>
            <a:r>
              <a:t>Texte du titre</a:t>
            </a:r>
          </a:p>
        </p:txBody>
      </p:sp>
      <p:sp>
        <p:nvSpPr>
          <p:cNvPr id="287" name="Google Shape;221;p17"/>
          <p:cNvSpPr/>
          <p:nvPr/>
        </p:nvSpPr>
        <p:spPr>
          <a:xfrm>
            <a:off x="8318333" y="5018325"/>
            <a:ext cx="825620" cy="12518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88" name="Google Shape;222;p17"/>
          <p:cNvSpPr/>
          <p:nvPr/>
        </p:nvSpPr>
        <p:spPr>
          <a:xfrm>
            <a:off x="6473454" y="5018325"/>
            <a:ext cx="1685832" cy="12518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289" name="Google Shape;223;p17"/>
          <p:cNvSpPr/>
          <p:nvPr/>
        </p:nvSpPr>
        <p:spPr>
          <a:xfrm>
            <a:off x="6031569" y="4810180"/>
            <a:ext cx="2520407" cy="125769"/>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290" name="Google Shape;224;p17"/>
          <p:cNvSpPr/>
          <p:nvPr/>
        </p:nvSpPr>
        <p:spPr>
          <a:xfrm>
            <a:off x="5564797" y="4810180"/>
            <a:ext cx="285435" cy="125769"/>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29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4_1">
    <p:spTree>
      <p:nvGrpSpPr>
        <p:cNvPr id="1" name=""/>
        <p:cNvGrpSpPr/>
        <p:nvPr/>
      </p:nvGrpSpPr>
      <p:grpSpPr>
        <a:xfrm>
          <a:off x="0" y="0"/>
          <a:ext cx="0" cy="0"/>
          <a:chOff x="0" y="0"/>
          <a:chExt cx="0" cy="0"/>
        </a:xfrm>
      </p:grpSpPr>
      <p:sp>
        <p:nvSpPr>
          <p:cNvPr id="298" name="Google Shape;226;p18"/>
          <p:cNvSpPr/>
          <p:nvPr/>
        </p:nvSpPr>
        <p:spPr>
          <a:xfrm flipH="1">
            <a:off x="110" y="2089948"/>
            <a:ext cx="1766475" cy="35672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299" name="Google Shape;227;p18"/>
          <p:cNvSpPr/>
          <p:nvPr/>
        </p:nvSpPr>
        <p:spPr>
          <a:xfrm flipH="1">
            <a:off x="6715607" y="2089948"/>
            <a:ext cx="2070789" cy="356725"/>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300" name="Google Shape;228;p18"/>
          <p:cNvSpPr/>
          <p:nvPr/>
        </p:nvSpPr>
        <p:spPr>
          <a:xfrm flipH="1">
            <a:off x="1229530" y="1500449"/>
            <a:ext cx="1104095"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01" name="Google Shape;229;p18"/>
          <p:cNvSpPr/>
          <p:nvPr/>
        </p:nvSpPr>
        <p:spPr>
          <a:xfrm flipH="1">
            <a:off x="240" y="2679427"/>
            <a:ext cx="2247458"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02" name="Google Shape;230;p18"/>
          <p:cNvSpPr/>
          <p:nvPr/>
        </p:nvSpPr>
        <p:spPr>
          <a:xfrm flipH="1">
            <a:off x="23" y="1500449"/>
            <a:ext cx="1037939" cy="35674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03" name="Google Shape;231;p18"/>
          <p:cNvSpPr/>
          <p:nvPr/>
        </p:nvSpPr>
        <p:spPr>
          <a:xfrm flipH="1">
            <a:off x="1299982" y="3268903"/>
            <a:ext cx="1104069"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04" name="Google Shape;232;p18"/>
          <p:cNvSpPr/>
          <p:nvPr/>
        </p:nvSpPr>
        <p:spPr>
          <a:xfrm flipH="1">
            <a:off x="8105943" y="3268903"/>
            <a:ext cx="1037940" cy="35519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05" name="Google Shape;233;p18"/>
          <p:cNvSpPr/>
          <p:nvPr/>
        </p:nvSpPr>
        <p:spPr>
          <a:xfrm flipH="1">
            <a:off x="8039879" y="1500455"/>
            <a:ext cx="1103883"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06" name="Google Shape;234;p18"/>
          <p:cNvSpPr/>
          <p:nvPr/>
        </p:nvSpPr>
        <p:spPr>
          <a:xfrm flipH="1">
            <a:off x="5478250" y="1500455"/>
            <a:ext cx="2365682"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07" name="Google Shape;235;p18"/>
          <p:cNvSpPr/>
          <p:nvPr/>
        </p:nvSpPr>
        <p:spPr>
          <a:xfrm flipH="1">
            <a:off x="6896103" y="912525"/>
            <a:ext cx="2247619" cy="355174"/>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308" name="Google Shape;236;p18"/>
          <p:cNvSpPr/>
          <p:nvPr/>
        </p:nvSpPr>
        <p:spPr>
          <a:xfrm>
            <a:off x="2094075" y="1123149"/>
            <a:ext cx="4955557" cy="4020408"/>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09" name="Texte du titre"/>
          <p:cNvSpPr txBox="1"/>
          <p:nvPr>
            <p:ph type="title"/>
          </p:nvPr>
        </p:nvSpPr>
        <p:spPr>
          <a:prstGeom prst="rect">
            <a:avLst/>
          </a:prstGeom>
        </p:spPr>
        <p:txBody>
          <a:bodyPr/>
          <a:lstStyle/>
          <a:p>
            <a:pPr/>
            <a:r>
              <a:t>Texte du titre</a:t>
            </a:r>
          </a:p>
        </p:txBody>
      </p:sp>
      <p:sp>
        <p:nvSpPr>
          <p:cNvPr id="31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5">
    <p:spTree>
      <p:nvGrpSpPr>
        <p:cNvPr id="1" name=""/>
        <p:cNvGrpSpPr/>
        <p:nvPr/>
      </p:nvGrpSpPr>
      <p:grpSpPr>
        <a:xfrm>
          <a:off x="0" y="0"/>
          <a:ext cx="0" cy="0"/>
          <a:chOff x="0" y="0"/>
          <a:chExt cx="0" cy="0"/>
        </a:xfrm>
      </p:grpSpPr>
      <p:sp>
        <p:nvSpPr>
          <p:cNvPr id="317" name="Google Shape;239;p19"/>
          <p:cNvSpPr/>
          <p:nvPr/>
        </p:nvSpPr>
        <p:spPr>
          <a:xfrm>
            <a:off x="1817725" y="0"/>
            <a:ext cx="7326302" cy="3906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18" name="Texte niveau 1…"/>
          <p:cNvSpPr txBox="1"/>
          <p:nvPr>
            <p:ph type="body" sz="quarter" idx="1"/>
          </p:nvPr>
        </p:nvSpPr>
        <p:spPr>
          <a:xfrm>
            <a:off x="4579525" y="2388198"/>
            <a:ext cx="3932700" cy="2130902"/>
          </a:xfrm>
          <a:prstGeom prst="rect">
            <a:avLst/>
          </a:prstGeom>
        </p:spPr>
        <p:txBody>
          <a:bodyPr/>
          <a:lstStyle>
            <a:lvl1pPr indent="-330200" algn="r">
              <a:buSzPts val="1600"/>
              <a:buFont typeface="Helvetica"/>
              <a:buChar char="●"/>
              <a:defRPr sz="1600"/>
            </a:lvl1pPr>
            <a:lvl2pPr marL="961570" indent="-377371" algn="r">
              <a:buSzPts val="1600"/>
              <a:buFont typeface="Helvetica"/>
              <a:buChar char="○"/>
              <a:defRPr sz="1600"/>
            </a:lvl2pPr>
            <a:lvl3pPr marL="1417864" indent="-370114" algn="r">
              <a:buSzPts val="1600"/>
              <a:buFont typeface="Helvetica"/>
              <a:buChar char="■"/>
              <a:defRPr sz="1600"/>
            </a:lvl3pPr>
            <a:lvl4pPr marL="1875064" indent="-370114" algn="r">
              <a:buSzPts val="1600"/>
              <a:buFont typeface="Helvetica"/>
              <a:buChar char="●"/>
              <a:defRPr sz="1600"/>
            </a:lvl4pPr>
            <a:lvl5pPr marL="2331356" indent="-362856" algn="r">
              <a:buSzPts val="1600"/>
              <a:buFont typeface="Helvetica"/>
              <a:buChar char="○"/>
              <a:defRPr sz="1600"/>
            </a:lvl5pPr>
          </a:lstStyle>
          <a:p>
            <a:pPr/>
            <a:r>
              <a:t>Texte niveau 1</a:t>
            </a:r>
          </a:p>
          <a:p>
            <a:pPr lvl="1"/>
            <a:r>
              <a:t>Texte niveau 2</a:t>
            </a:r>
          </a:p>
          <a:p>
            <a:pPr lvl="2"/>
            <a:r>
              <a:t>Texte niveau 3</a:t>
            </a:r>
          </a:p>
          <a:p>
            <a:pPr lvl="3"/>
            <a:r>
              <a:t>Texte niveau 4</a:t>
            </a:r>
          </a:p>
          <a:p>
            <a:pPr lvl="4"/>
            <a:r>
              <a:t>Texte niveau 5</a:t>
            </a:r>
          </a:p>
        </p:txBody>
      </p:sp>
      <p:sp>
        <p:nvSpPr>
          <p:cNvPr id="319" name="Texte du titre"/>
          <p:cNvSpPr txBox="1"/>
          <p:nvPr>
            <p:ph type="title"/>
          </p:nvPr>
        </p:nvSpPr>
        <p:spPr>
          <a:xfrm>
            <a:off x="4579530" y="1714799"/>
            <a:ext cx="3963302" cy="669001"/>
          </a:xfrm>
          <a:prstGeom prst="rect">
            <a:avLst/>
          </a:prstGeom>
        </p:spPr>
        <p:txBody>
          <a:bodyPr/>
          <a:lstStyle>
            <a:lvl1pPr algn="r"/>
          </a:lstStyle>
          <a:p>
            <a:pPr/>
            <a:r>
              <a:t>Texte du titre</a:t>
            </a:r>
          </a:p>
        </p:txBody>
      </p:sp>
      <p:sp>
        <p:nvSpPr>
          <p:cNvPr id="320" name="Google Shape;242;p19"/>
          <p:cNvSpPr/>
          <p:nvPr/>
        </p:nvSpPr>
        <p:spPr>
          <a:xfrm>
            <a:off x="15" y="2156652"/>
            <a:ext cx="2107882" cy="12875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21" name="Google Shape;243;p19"/>
          <p:cNvSpPr/>
          <p:nvPr/>
        </p:nvSpPr>
        <p:spPr>
          <a:xfrm>
            <a:off x="2107985" y="2156652"/>
            <a:ext cx="1115525" cy="12875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22" name="Google Shape;244;p19"/>
          <p:cNvSpPr/>
          <p:nvPr/>
        </p:nvSpPr>
        <p:spPr>
          <a:xfrm>
            <a:off x="430906" y="2369871"/>
            <a:ext cx="1645012" cy="12873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23" name="Google Shape;245;p19"/>
          <p:cNvSpPr/>
          <p:nvPr/>
        </p:nvSpPr>
        <p:spPr>
          <a:xfrm>
            <a:off x="1597826" y="2369871"/>
            <a:ext cx="478143" cy="12873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24" name="Google Shape;246;p19"/>
          <p:cNvSpPr/>
          <p:nvPr/>
        </p:nvSpPr>
        <p:spPr>
          <a:xfrm>
            <a:off x="2665769" y="2369871"/>
            <a:ext cx="557763" cy="12873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25" name="Google Shape;247;p19"/>
          <p:cNvSpPr/>
          <p:nvPr/>
        </p:nvSpPr>
        <p:spPr>
          <a:xfrm>
            <a:off x="15" y="3222728"/>
            <a:ext cx="1472720" cy="128378"/>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26" name="Google Shape;248;p19"/>
          <p:cNvSpPr/>
          <p:nvPr/>
        </p:nvSpPr>
        <p:spPr>
          <a:xfrm>
            <a:off x="2202116" y="2369871"/>
            <a:ext cx="128751" cy="12873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27" name="Google Shape;249;p19"/>
          <p:cNvSpPr/>
          <p:nvPr/>
        </p:nvSpPr>
        <p:spPr>
          <a:xfrm>
            <a:off x="2406787" y="2369871"/>
            <a:ext cx="128735" cy="12873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28" name="Google Shape;250;p19"/>
          <p:cNvSpPr/>
          <p:nvPr/>
        </p:nvSpPr>
        <p:spPr>
          <a:xfrm>
            <a:off x="2061087" y="2796290"/>
            <a:ext cx="128751" cy="128751"/>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29" name="Google Shape;251;p19"/>
          <p:cNvSpPr/>
          <p:nvPr/>
        </p:nvSpPr>
        <p:spPr>
          <a:xfrm>
            <a:off x="1856434" y="2796290"/>
            <a:ext cx="128378"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0" name="Google Shape;252;p19"/>
          <p:cNvSpPr/>
          <p:nvPr/>
        </p:nvSpPr>
        <p:spPr>
          <a:xfrm>
            <a:off x="641519" y="2796290"/>
            <a:ext cx="128736"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1" name="Google Shape;253;p19"/>
          <p:cNvSpPr/>
          <p:nvPr/>
        </p:nvSpPr>
        <p:spPr>
          <a:xfrm>
            <a:off x="3094800" y="2583072"/>
            <a:ext cx="128751"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2" name="Google Shape;254;p19"/>
          <p:cNvSpPr/>
          <p:nvPr/>
        </p:nvSpPr>
        <p:spPr>
          <a:xfrm>
            <a:off x="191648" y="2369871"/>
            <a:ext cx="128735" cy="12873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33" name="Google Shape;255;p19"/>
          <p:cNvSpPr/>
          <p:nvPr/>
        </p:nvSpPr>
        <p:spPr>
          <a:xfrm>
            <a:off x="1339588" y="3009138"/>
            <a:ext cx="1644638"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4" name="Google Shape;256;p19"/>
          <p:cNvSpPr/>
          <p:nvPr/>
        </p:nvSpPr>
        <p:spPr>
          <a:xfrm>
            <a:off x="1339588" y="3009138"/>
            <a:ext cx="478127" cy="128751"/>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35" name="Google Shape;257;p19"/>
          <p:cNvSpPr/>
          <p:nvPr/>
        </p:nvSpPr>
        <p:spPr>
          <a:xfrm>
            <a:off x="14" y="3009508"/>
            <a:ext cx="749763" cy="128378"/>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36" name="Google Shape;258;p19"/>
          <p:cNvSpPr/>
          <p:nvPr/>
        </p:nvSpPr>
        <p:spPr>
          <a:xfrm>
            <a:off x="1084686" y="3009138"/>
            <a:ext cx="128751"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7" name="Google Shape;259;p19"/>
          <p:cNvSpPr/>
          <p:nvPr/>
        </p:nvSpPr>
        <p:spPr>
          <a:xfrm>
            <a:off x="879662" y="3009138"/>
            <a:ext cx="128751"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38" name="Google Shape;260;p19"/>
          <p:cNvSpPr/>
          <p:nvPr/>
        </p:nvSpPr>
        <p:spPr>
          <a:xfrm>
            <a:off x="533978" y="3435572"/>
            <a:ext cx="128751" cy="12873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39" name="Google Shape;261;p19"/>
          <p:cNvSpPr/>
          <p:nvPr/>
        </p:nvSpPr>
        <p:spPr>
          <a:xfrm>
            <a:off x="338620" y="3435572"/>
            <a:ext cx="128751" cy="128735"/>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40" name="Google Shape;262;p19"/>
          <p:cNvSpPr/>
          <p:nvPr/>
        </p:nvSpPr>
        <p:spPr>
          <a:xfrm>
            <a:off x="142889" y="3435572"/>
            <a:ext cx="128751" cy="128735"/>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41" name="Google Shape;263;p19"/>
          <p:cNvSpPr/>
          <p:nvPr/>
        </p:nvSpPr>
        <p:spPr>
          <a:xfrm>
            <a:off x="3094800" y="3009138"/>
            <a:ext cx="128751" cy="128751"/>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42" name="Google Shape;264;p19"/>
          <p:cNvSpPr/>
          <p:nvPr/>
        </p:nvSpPr>
        <p:spPr>
          <a:xfrm>
            <a:off x="1676347" y="2583072"/>
            <a:ext cx="1314955" cy="128751"/>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43" name="Google Shape;265;p19"/>
          <p:cNvSpPr/>
          <p:nvPr/>
        </p:nvSpPr>
        <p:spPr>
          <a:xfrm>
            <a:off x="2267247" y="2796290"/>
            <a:ext cx="956266" cy="128751"/>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344" name="Google Shape;266;p19"/>
          <p:cNvSpPr/>
          <p:nvPr/>
        </p:nvSpPr>
        <p:spPr>
          <a:xfrm>
            <a:off x="641519" y="2796290"/>
            <a:ext cx="896356" cy="128751"/>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45" name="Google Shape;267;p19"/>
          <p:cNvSpPr/>
          <p:nvPr/>
        </p:nvSpPr>
        <p:spPr>
          <a:xfrm>
            <a:off x="15" y="2796290"/>
            <a:ext cx="449481"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46" name="Google Shape;268;p19"/>
          <p:cNvSpPr/>
          <p:nvPr/>
        </p:nvSpPr>
        <p:spPr>
          <a:xfrm>
            <a:off x="1676347" y="3222355"/>
            <a:ext cx="1547143" cy="12875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47" name="Google Shape;269;p19"/>
          <p:cNvSpPr/>
          <p:nvPr/>
        </p:nvSpPr>
        <p:spPr>
          <a:xfrm>
            <a:off x="2522504" y="3435572"/>
            <a:ext cx="701021" cy="128735"/>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48" name="Google Shape;270;p19"/>
          <p:cNvSpPr/>
          <p:nvPr/>
        </p:nvSpPr>
        <p:spPr>
          <a:xfrm>
            <a:off x="14" y="2583072"/>
            <a:ext cx="1277745" cy="128751"/>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49" name="Google Shape;271;p19"/>
          <p:cNvSpPr/>
          <p:nvPr/>
        </p:nvSpPr>
        <p:spPr>
          <a:xfrm>
            <a:off x="812313" y="3435572"/>
            <a:ext cx="1562769" cy="12873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50" name="Google Shape;272;p19"/>
          <p:cNvSpPr/>
          <p:nvPr/>
        </p:nvSpPr>
        <p:spPr>
          <a:xfrm>
            <a:off x="3223553" y="1474214"/>
            <a:ext cx="1086506" cy="2772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670"/>
                </a:lnTo>
                <a:lnTo>
                  <a:pt x="2293" y="2670"/>
                </a:lnTo>
                <a:cubicBezTo>
                  <a:pt x="6828" y="2737"/>
                  <a:pt x="9099" y="3696"/>
                  <a:pt x="9099" y="5543"/>
                </a:cubicBezTo>
                <a:lnTo>
                  <a:pt x="9099" y="7285"/>
                </a:lnTo>
                <a:cubicBezTo>
                  <a:pt x="9099" y="9236"/>
                  <a:pt x="10822" y="10390"/>
                  <a:pt x="14269" y="10749"/>
                </a:cubicBezTo>
                <a:lnTo>
                  <a:pt x="14269" y="10851"/>
                </a:lnTo>
                <a:cubicBezTo>
                  <a:pt x="10822" y="11210"/>
                  <a:pt x="9099" y="12364"/>
                  <a:pt x="9099" y="14315"/>
                </a:cubicBezTo>
                <a:lnTo>
                  <a:pt x="9099" y="16060"/>
                </a:lnTo>
                <a:cubicBezTo>
                  <a:pt x="9099" y="17942"/>
                  <a:pt x="6828" y="18907"/>
                  <a:pt x="2293" y="18959"/>
                </a:cubicBezTo>
                <a:lnTo>
                  <a:pt x="0" y="18959"/>
                </a:lnTo>
                <a:lnTo>
                  <a:pt x="0" y="21600"/>
                </a:lnTo>
                <a:lnTo>
                  <a:pt x="2293" y="21600"/>
                </a:lnTo>
                <a:cubicBezTo>
                  <a:pt x="6746" y="21565"/>
                  <a:pt x="10260" y="21040"/>
                  <a:pt x="12834" y="20023"/>
                </a:cubicBezTo>
                <a:cubicBezTo>
                  <a:pt x="15408" y="19005"/>
                  <a:pt x="16696" y="17539"/>
                  <a:pt x="16696" y="15622"/>
                </a:cubicBezTo>
                <a:lnTo>
                  <a:pt x="16696" y="14008"/>
                </a:lnTo>
                <a:cubicBezTo>
                  <a:pt x="16696" y="13425"/>
                  <a:pt x="16977" y="12964"/>
                  <a:pt x="17546" y="12622"/>
                </a:cubicBezTo>
                <a:cubicBezTo>
                  <a:pt x="18108" y="12280"/>
                  <a:pt x="18900" y="12109"/>
                  <a:pt x="19898" y="12109"/>
                </a:cubicBezTo>
                <a:lnTo>
                  <a:pt x="21600" y="12109"/>
                </a:lnTo>
                <a:lnTo>
                  <a:pt x="21600" y="9468"/>
                </a:lnTo>
                <a:lnTo>
                  <a:pt x="19898" y="9468"/>
                </a:lnTo>
                <a:cubicBezTo>
                  <a:pt x="18900" y="9468"/>
                  <a:pt x="18108" y="9297"/>
                  <a:pt x="17546" y="8955"/>
                </a:cubicBezTo>
                <a:cubicBezTo>
                  <a:pt x="16977" y="8613"/>
                  <a:pt x="16696" y="8149"/>
                  <a:pt x="16696" y="7569"/>
                </a:cubicBezTo>
                <a:lnTo>
                  <a:pt x="16696" y="6004"/>
                </a:lnTo>
                <a:cubicBezTo>
                  <a:pt x="16696" y="4070"/>
                  <a:pt x="15416" y="2600"/>
                  <a:pt x="12864" y="1591"/>
                </a:cubicBezTo>
                <a:cubicBezTo>
                  <a:pt x="10312" y="583"/>
                  <a:pt x="6791" y="52"/>
                  <a:pt x="2293" y="0"/>
                </a:cubicBezTo>
                <a:close/>
              </a:path>
            </a:pathLst>
          </a:cu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51" name="Google Shape;273;p19"/>
          <p:cNvSpPr/>
          <p:nvPr/>
        </p:nvSpPr>
        <p:spPr>
          <a:xfrm>
            <a:off x="-12" y="4446899"/>
            <a:ext cx="1086600" cy="6966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5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8">
    <p:spTree>
      <p:nvGrpSpPr>
        <p:cNvPr id="1" name=""/>
        <p:cNvGrpSpPr/>
        <p:nvPr/>
      </p:nvGrpSpPr>
      <p:grpSpPr>
        <a:xfrm>
          <a:off x="0" y="0"/>
          <a:ext cx="0" cy="0"/>
          <a:chOff x="0" y="0"/>
          <a:chExt cx="0" cy="0"/>
        </a:xfrm>
      </p:grpSpPr>
      <p:sp>
        <p:nvSpPr>
          <p:cNvPr id="359" name="Google Shape;275;p20"/>
          <p:cNvSpPr/>
          <p:nvPr/>
        </p:nvSpPr>
        <p:spPr>
          <a:xfrm>
            <a:off x="5445881" y="1359975"/>
            <a:ext cx="3697218" cy="1208546"/>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60" name="Google Shape;276;p20"/>
          <p:cNvSpPr/>
          <p:nvPr/>
        </p:nvSpPr>
        <p:spPr>
          <a:xfrm>
            <a:off x="-901" y="2568524"/>
            <a:ext cx="3697220" cy="1208547"/>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61" name="Google Shape;277;p20"/>
          <p:cNvSpPr/>
          <p:nvPr/>
        </p:nvSpPr>
        <p:spPr>
          <a:xfrm>
            <a:off x="-907" y="-3217"/>
            <a:ext cx="3697220" cy="356992"/>
          </a:xfrm>
          <a:prstGeom prst="rect">
            <a:avLst/>
          </a:prstGeom>
          <a:solidFill>
            <a:srgbClr val="FFFFFF">
              <a:alpha val="18820"/>
            </a:srgbClr>
          </a:solidFill>
          <a:ln w="12700">
            <a:miter lim="400000"/>
          </a:ln>
        </p:spPr>
        <p:txBody>
          <a:bodyPr lIns="45718" tIns="45718" rIns="45718" bIns="45718" anchor="ctr"/>
          <a:lstStyle/>
          <a:p>
            <a:pPr>
              <a:defRPr sz="1400">
                <a:solidFill>
                  <a:srgbClr val="000000"/>
                </a:solidFill>
              </a:defRPr>
            </a:pPr>
          </a:p>
        </p:txBody>
      </p:sp>
      <p:sp>
        <p:nvSpPr>
          <p:cNvPr id="362" name="Google Shape;278;p20"/>
          <p:cNvSpPr/>
          <p:nvPr/>
        </p:nvSpPr>
        <p:spPr>
          <a:xfrm>
            <a:off x="-906" y="3584654"/>
            <a:ext cx="417185" cy="384802"/>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63" name="Google Shape;279;p20"/>
          <p:cNvSpPr/>
          <p:nvPr/>
        </p:nvSpPr>
        <p:spPr>
          <a:xfrm>
            <a:off x="8017623" y="1161101"/>
            <a:ext cx="1125474" cy="384834"/>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364" name="Texte niveau 1…"/>
          <p:cNvSpPr txBox="1"/>
          <p:nvPr>
            <p:ph type="body" sz="quarter" idx="1"/>
          </p:nvPr>
        </p:nvSpPr>
        <p:spPr>
          <a:xfrm>
            <a:off x="5626675" y="1941426"/>
            <a:ext cx="2391602" cy="466202"/>
          </a:xfrm>
          <a:prstGeom prst="rect">
            <a:avLst/>
          </a:prstGeom>
        </p:spPr>
        <p:txBody>
          <a:bodyPr lIns="0" tIns="0" rIns="0" bIns="0"/>
          <a:lstStyle>
            <a:lvl1pPr marL="228600" indent="-114300">
              <a:buClrTx/>
              <a:buSzTx/>
              <a:buNone/>
              <a:defRPr sz="1400">
                <a:solidFill>
                  <a:schemeClr val="accent1"/>
                </a:solidFill>
              </a:defRPr>
            </a:lvl1pPr>
            <a:lvl2pPr marL="228600" indent="114300">
              <a:buClrTx/>
              <a:buSzTx/>
              <a:buNone/>
              <a:defRPr sz="1400">
                <a:solidFill>
                  <a:schemeClr val="accent1"/>
                </a:solidFill>
              </a:defRPr>
            </a:lvl2pPr>
            <a:lvl3pPr marL="228600" indent="114300">
              <a:buClrTx/>
              <a:buSzTx/>
              <a:buNone/>
              <a:defRPr sz="1400">
                <a:solidFill>
                  <a:schemeClr val="accent1"/>
                </a:solidFill>
              </a:defRPr>
            </a:lvl3pPr>
            <a:lvl4pPr marL="228600" indent="114300">
              <a:buClrTx/>
              <a:buSzTx/>
              <a:buNone/>
              <a:defRPr sz="1400">
                <a:solidFill>
                  <a:schemeClr val="accent1"/>
                </a:solidFill>
              </a:defRPr>
            </a:lvl4pPr>
            <a:lvl5pPr marL="228600" indent="114300">
              <a:buClrTx/>
              <a:buSzTx/>
              <a:buNone/>
              <a:defRPr sz="1400">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365" name="Texte du titre"/>
          <p:cNvSpPr txBox="1"/>
          <p:nvPr>
            <p:ph type="title"/>
          </p:nvPr>
        </p:nvSpPr>
        <p:spPr>
          <a:xfrm>
            <a:off x="1125100" y="2794024"/>
            <a:ext cx="2395802" cy="263403"/>
          </a:xfrm>
          <a:prstGeom prst="rect">
            <a:avLst/>
          </a:prstGeom>
        </p:spPr>
        <p:txBody>
          <a:bodyPr lIns="0" tIns="0" rIns="0" bIns="0" anchor="ctr"/>
          <a:lstStyle>
            <a:lvl1pPr algn="r">
              <a:defRPr sz="2200">
                <a:solidFill>
                  <a:srgbClr val="FFFFFF"/>
                </a:solidFill>
              </a:defRPr>
            </a:lvl1pPr>
          </a:lstStyle>
          <a:p>
            <a:pPr/>
            <a:r>
              <a:t>Texte du titre</a:t>
            </a:r>
          </a:p>
        </p:txBody>
      </p:sp>
      <p:sp>
        <p:nvSpPr>
          <p:cNvPr id="36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0">
    <p:spTree>
      <p:nvGrpSpPr>
        <p:cNvPr id="1" name=""/>
        <p:cNvGrpSpPr/>
        <p:nvPr/>
      </p:nvGrpSpPr>
      <p:grpSpPr>
        <a:xfrm>
          <a:off x="0" y="0"/>
          <a:ext cx="0" cy="0"/>
          <a:chOff x="0" y="0"/>
          <a:chExt cx="0" cy="0"/>
        </a:xfrm>
      </p:grpSpPr>
      <p:sp>
        <p:nvSpPr>
          <p:cNvPr id="373" name="Texte niveau 1…"/>
          <p:cNvSpPr txBox="1"/>
          <p:nvPr>
            <p:ph type="body" idx="1"/>
          </p:nvPr>
        </p:nvSpPr>
        <p:spPr>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374" name="Texte du titre"/>
          <p:cNvSpPr txBox="1"/>
          <p:nvPr>
            <p:ph type="title"/>
          </p:nvPr>
        </p:nvSpPr>
        <p:spPr>
          <a:prstGeom prst="rect">
            <a:avLst/>
          </a:prstGeom>
        </p:spPr>
        <p:txBody>
          <a:bodyPr/>
          <a:lstStyle/>
          <a:p>
            <a:pPr/>
            <a:r>
              <a:t>Texte du titre</a:t>
            </a:r>
          </a:p>
        </p:txBody>
      </p:sp>
      <p:sp>
        <p:nvSpPr>
          <p:cNvPr id="37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1">
    <p:spTree>
      <p:nvGrpSpPr>
        <p:cNvPr id="1" name=""/>
        <p:cNvGrpSpPr/>
        <p:nvPr/>
      </p:nvGrpSpPr>
      <p:grpSpPr>
        <a:xfrm>
          <a:off x="0" y="0"/>
          <a:ext cx="0" cy="0"/>
          <a:chOff x="0" y="0"/>
          <a:chExt cx="0" cy="0"/>
        </a:xfrm>
      </p:grpSpPr>
      <p:sp>
        <p:nvSpPr>
          <p:cNvPr id="382" name="Texte niveau 1…"/>
          <p:cNvSpPr txBox="1"/>
          <p:nvPr>
            <p:ph type="body" sz="quarter" idx="1"/>
          </p:nvPr>
        </p:nvSpPr>
        <p:spPr>
          <a:xfrm>
            <a:off x="6416723" y="2283124"/>
            <a:ext cx="1895702" cy="664201"/>
          </a:xfrm>
          <a:prstGeom prst="rect">
            <a:avLst/>
          </a:prstGeom>
        </p:spPr>
        <p:txBody>
          <a:bodyPr/>
          <a:lstStyle>
            <a:lvl1pPr marL="0" indent="114300">
              <a:buClrTx/>
              <a:buSzTx/>
              <a:buNone/>
              <a:defRPr sz="1600"/>
            </a:lvl1pPr>
            <a:lvl2pPr marL="0" indent="114300">
              <a:buClrTx/>
              <a:buSzTx/>
              <a:buNone/>
              <a:defRPr sz="1600"/>
            </a:lvl2pPr>
            <a:lvl3pPr marL="0" indent="114300">
              <a:buClrTx/>
              <a:buSzTx/>
              <a:buNone/>
              <a:defRPr sz="1600"/>
            </a:lvl3pPr>
            <a:lvl4pPr marL="0" indent="114300">
              <a:buClrTx/>
              <a:buSzTx/>
              <a:buNone/>
              <a:defRPr sz="1600"/>
            </a:lvl4pPr>
            <a:lvl5pPr marL="0" indent="114300">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383" name="Texte du titre"/>
          <p:cNvSpPr txBox="1"/>
          <p:nvPr>
            <p:ph type="title"/>
          </p:nvPr>
        </p:nvSpPr>
        <p:spPr>
          <a:xfrm>
            <a:off x="6385847" y="1753323"/>
            <a:ext cx="1957503" cy="529802"/>
          </a:xfrm>
          <a:prstGeom prst="rect">
            <a:avLst/>
          </a:prstGeom>
          <a:solidFill>
            <a:schemeClr val="accent2"/>
          </a:solidFill>
        </p:spPr>
        <p:txBody>
          <a:bodyPr anchor="b"/>
          <a:lstStyle>
            <a:lvl1pPr>
              <a:defRPr sz="2200">
                <a:solidFill>
                  <a:schemeClr val="accent1"/>
                </a:solidFill>
              </a:defRPr>
            </a:lvl1pPr>
          </a:lstStyle>
          <a:p>
            <a:pPr/>
            <a:r>
              <a:t>Texte du titre</a:t>
            </a:r>
          </a:p>
        </p:txBody>
      </p:sp>
      <p:sp>
        <p:nvSpPr>
          <p:cNvPr id="384" name="Google Shape;301;p22"/>
          <p:cNvSpPr/>
          <p:nvPr/>
        </p:nvSpPr>
        <p:spPr>
          <a:xfrm flipH="1">
            <a:off x="-41" y="1952319"/>
            <a:ext cx="7790205" cy="131810"/>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85" name="Google Shape;302;p22"/>
          <p:cNvSpPr/>
          <p:nvPr/>
        </p:nvSpPr>
        <p:spPr>
          <a:xfrm flipH="1">
            <a:off x="933394" y="3495630"/>
            <a:ext cx="8210590" cy="131789"/>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38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2">
    <p:spTree>
      <p:nvGrpSpPr>
        <p:cNvPr id="1" name=""/>
        <p:cNvGrpSpPr/>
        <p:nvPr/>
      </p:nvGrpSpPr>
      <p:grpSpPr>
        <a:xfrm>
          <a:off x="0" y="0"/>
          <a:ext cx="0" cy="0"/>
          <a:chOff x="0" y="0"/>
          <a:chExt cx="0" cy="0"/>
        </a:xfrm>
      </p:grpSpPr>
      <p:sp>
        <p:nvSpPr>
          <p:cNvPr id="393" name="Texte du titre"/>
          <p:cNvSpPr txBox="1"/>
          <p:nvPr>
            <p:ph type="title"/>
          </p:nvPr>
        </p:nvSpPr>
        <p:spPr>
          <a:prstGeom prst="rect">
            <a:avLst/>
          </a:prstGeom>
        </p:spPr>
        <p:txBody>
          <a:bodyPr/>
          <a:lstStyle/>
          <a:p>
            <a:pPr/>
            <a:r>
              <a:t>Texte du titre</a:t>
            </a:r>
          </a:p>
        </p:txBody>
      </p:sp>
      <p:sp>
        <p:nvSpPr>
          <p:cNvPr id="394" name="Google Shape;307;p23"/>
          <p:cNvSpPr/>
          <p:nvPr/>
        </p:nvSpPr>
        <p:spPr>
          <a:xfrm flipH="1">
            <a:off x="70" y="127"/>
            <a:ext cx="1371534" cy="356726"/>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395" name="Google Shape;308;p23"/>
          <p:cNvSpPr/>
          <p:nvPr/>
        </p:nvSpPr>
        <p:spPr>
          <a:xfrm>
            <a:off x="8355575" y="4357821"/>
            <a:ext cx="788387" cy="785324"/>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396" name="Google Shape;309;p23"/>
          <p:cNvSpPr/>
          <p:nvPr/>
        </p:nvSpPr>
        <p:spPr>
          <a:xfrm flipH="1">
            <a:off x="7353372" y="4786419"/>
            <a:ext cx="1371535" cy="35672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39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5">
    <p:spTree>
      <p:nvGrpSpPr>
        <p:cNvPr id="1" name=""/>
        <p:cNvGrpSpPr/>
        <p:nvPr/>
      </p:nvGrpSpPr>
      <p:grpSpPr>
        <a:xfrm>
          <a:off x="0" y="0"/>
          <a:ext cx="0" cy="0"/>
          <a:chOff x="0" y="0"/>
          <a:chExt cx="0" cy="0"/>
        </a:xfrm>
      </p:grpSpPr>
      <p:sp>
        <p:nvSpPr>
          <p:cNvPr id="404" name="Texte niveau 1…"/>
          <p:cNvSpPr txBox="1"/>
          <p:nvPr>
            <p:ph type="body" sz="quarter" idx="1"/>
          </p:nvPr>
        </p:nvSpPr>
        <p:spPr>
          <a:xfrm>
            <a:off x="3423599" y="1473000"/>
            <a:ext cx="2296502" cy="457202"/>
          </a:xfrm>
          <a:prstGeom prst="rect">
            <a:avLst/>
          </a:prstGeom>
        </p:spPr>
        <p:txBody>
          <a:bodyPr lIns="0" tIns="0" rIns="0" bIns="0"/>
          <a:lstStyle>
            <a:lvl1pPr marL="0" indent="114300">
              <a:buClrTx/>
              <a:buSzTx/>
              <a:buNone/>
              <a:defRPr sz="1600"/>
            </a:lvl1pPr>
            <a:lvl2pPr marL="0" indent="114300">
              <a:buClrTx/>
              <a:buSzTx/>
              <a:buNone/>
              <a:defRPr sz="1600"/>
            </a:lvl2pPr>
            <a:lvl3pPr marL="0" indent="114300">
              <a:buClrTx/>
              <a:buSzTx/>
              <a:buNone/>
              <a:defRPr sz="1600"/>
            </a:lvl3pPr>
            <a:lvl4pPr marL="0" indent="114300">
              <a:buClrTx/>
              <a:buSzTx/>
              <a:buNone/>
              <a:defRPr sz="1600"/>
            </a:lvl4pPr>
            <a:lvl5pPr marL="0" indent="114300">
              <a:buClrTx/>
              <a:buSzTx/>
              <a:buNone/>
              <a:defRPr sz="1600"/>
            </a:lvl5pPr>
          </a:lstStyle>
          <a:p>
            <a:pPr/>
            <a:r>
              <a:t>Texte niveau 1</a:t>
            </a:r>
          </a:p>
          <a:p>
            <a:pPr lvl="1"/>
            <a:r>
              <a:t>Texte niveau 2</a:t>
            </a:r>
          </a:p>
          <a:p>
            <a:pPr lvl="2"/>
            <a:r>
              <a:t>Texte niveau 3</a:t>
            </a:r>
          </a:p>
          <a:p>
            <a:pPr lvl="3"/>
            <a:r>
              <a:t>Texte niveau 4</a:t>
            </a:r>
          </a:p>
          <a:p>
            <a:pPr lvl="4"/>
            <a:r>
              <a:t>Texte niveau 5</a:t>
            </a:r>
          </a:p>
        </p:txBody>
      </p:sp>
      <p:sp>
        <p:nvSpPr>
          <p:cNvPr id="405" name="xx%"/>
          <p:cNvSpPr txBox="1"/>
          <p:nvPr>
            <p:ph type="title" hasCustomPrompt="1"/>
          </p:nvPr>
        </p:nvSpPr>
        <p:spPr>
          <a:xfrm>
            <a:off x="3423749" y="934700"/>
            <a:ext cx="2296502" cy="457202"/>
          </a:xfrm>
          <a:prstGeom prst="rect">
            <a:avLst/>
          </a:prstGeom>
          <a:solidFill>
            <a:schemeClr val="accent2"/>
          </a:solidFill>
        </p:spPr>
        <p:txBody>
          <a:bodyPr anchor="ctr"/>
          <a:lstStyle>
            <a:lvl1pPr>
              <a:defRPr sz="2200">
                <a:solidFill>
                  <a:schemeClr val="accent1"/>
                </a:solidFill>
              </a:defRPr>
            </a:lvl1pPr>
          </a:lstStyle>
          <a:p>
            <a:pPr/>
            <a:r>
              <a:t>xx%</a:t>
            </a:r>
          </a:p>
        </p:txBody>
      </p:sp>
      <p:sp>
        <p:nvSpPr>
          <p:cNvPr id="406" name="Google Shape;317;p24"/>
          <p:cNvSpPr/>
          <p:nvPr/>
        </p:nvSpPr>
        <p:spPr>
          <a:xfrm>
            <a:off x="7377314" y="2089948"/>
            <a:ext cx="1766475" cy="356725"/>
          </a:xfrm>
          <a:prstGeom prst="rect">
            <a:avLst/>
          </a:prstGeom>
          <a:solidFill>
            <a:srgbClr val="FFFFFF">
              <a:alpha val="12548"/>
            </a:srgbClr>
          </a:solidFill>
          <a:ln w="12700">
            <a:miter lim="400000"/>
          </a:ln>
        </p:spPr>
        <p:txBody>
          <a:bodyPr lIns="45718" tIns="45718" rIns="45718" bIns="45718" anchor="ctr"/>
          <a:lstStyle/>
          <a:p>
            <a:pPr>
              <a:defRPr sz="1400">
                <a:solidFill>
                  <a:srgbClr val="000000"/>
                </a:solidFill>
              </a:defRPr>
            </a:pPr>
          </a:p>
        </p:txBody>
      </p:sp>
      <p:sp>
        <p:nvSpPr>
          <p:cNvPr id="407" name="Google Shape;318;p24"/>
          <p:cNvSpPr/>
          <p:nvPr/>
        </p:nvSpPr>
        <p:spPr>
          <a:xfrm>
            <a:off x="357506" y="2089948"/>
            <a:ext cx="2070788" cy="356725"/>
          </a:xfrm>
          <a:prstGeom prst="rect">
            <a:avLst/>
          </a:prstGeom>
          <a:solidFill>
            <a:srgbClr val="FFFFFF">
              <a:alpha val="1960"/>
            </a:srgbClr>
          </a:solidFill>
          <a:ln w="12700">
            <a:miter lim="400000"/>
          </a:ln>
        </p:spPr>
        <p:txBody>
          <a:bodyPr lIns="45718" tIns="45718" rIns="45718" bIns="45718" anchor="ctr"/>
          <a:lstStyle/>
          <a:p>
            <a:pPr>
              <a:defRPr sz="1400">
                <a:solidFill>
                  <a:srgbClr val="000000"/>
                </a:solidFill>
              </a:defRPr>
            </a:pPr>
          </a:p>
        </p:txBody>
      </p:sp>
      <p:sp>
        <p:nvSpPr>
          <p:cNvPr id="408" name="Google Shape;319;p24"/>
          <p:cNvSpPr/>
          <p:nvPr/>
        </p:nvSpPr>
        <p:spPr>
          <a:xfrm>
            <a:off x="6810278" y="1500449"/>
            <a:ext cx="1104094"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409" name="Google Shape;320;p24"/>
          <p:cNvSpPr/>
          <p:nvPr/>
        </p:nvSpPr>
        <p:spPr>
          <a:xfrm>
            <a:off x="6896203" y="2679427"/>
            <a:ext cx="2247458"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410" name="Google Shape;321;p24"/>
          <p:cNvSpPr/>
          <p:nvPr/>
        </p:nvSpPr>
        <p:spPr>
          <a:xfrm>
            <a:off x="8105939" y="1500449"/>
            <a:ext cx="1037939" cy="356745"/>
          </a:xfrm>
          <a:prstGeom prst="rect">
            <a:avLst/>
          </a:prstGeom>
          <a:solidFill>
            <a:srgbClr val="FFFFFF">
              <a:alpha val="56470"/>
            </a:srgbClr>
          </a:solidFill>
          <a:ln w="12700">
            <a:miter lim="400000"/>
          </a:ln>
        </p:spPr>
        <p:txBody>
          <a:bodyPr lIns="45718" tIns="45718" rIns="45718" bIns="45718" anchor="ctr"/>
          <a:lstStyle/>
          <a:p>
            <a:pPr>
              <a:defRPr sz="1400">
                <a:solidFill>
                  <a:srgbClr val="000000"/>
                </a:solidFill>
              </a:defRPr>
            </a:pPr>
          </a:p>
        </p:txBody>
      </p:sp>
      <p:sp>
        <p:nvSpPr>
          <p:cNvPr id="411" name="Google Shape;322;p24"/>
          <p:cNvSpPr/>
          <p:nvPr/>
        </p:nvSpPr>
        <p:spPr>
          <a:xfrm>
            <a:off x="6739849" y="3268903"/>
            <a:ext cx="1104070" cy="35519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412" name="Google Shape;323;p24"/>
          <p:cNvSpPr/>
          <p:nvPr/>
        </p:nvSpPr>
        <p:spPr>
          <a:xfrm>
            <a:off x="17" y="3268903"/>
            <a:ext cx="1037939" cy="355195"/>
          </a:xfrm>
          <a:prstGeom prst="rect">
            <a:avLst/>
          </a:prstGeom>
          <a:solidFill>
            <a:srgbClr val="FFFFFF">
              <a:alpha val="50199"/>
            </a:srgbClr>
          </a:solidFill>
          <a:ln w="12700">
            <a:miter lim="400000"/>
          </a:ln>
        </p:spPr>
        <p:txBody>
          <a:bodyPr lIns="45718" tIns="45718" rIns="45718" bIns="45718" anchor="ctr"/>
          <a:lstStyle/>
          <a:p>
            <a:pPr>
              <a:defRPr sz="1400">
                <a:solidFill>
                  <a:srgbClr val="000000"/>
                </a:solidFill>
              </a:defRPr>
            </a:pPr>
          </a:p>
        </p:txBody>
      </p:sp>
      <p:sp>
        <p:nvSpPr>
          <p:cNvPr id="413" name="Google Shape;324;p24"/>
          <p:cNvSpPr/>
          <p:nvPr/>
        </p:nvSpPr>
        <p:spPr>
          <a:xfrm>
            <a:off x="137" y="1500455"/>
            <a:ext cx="1103884" cy="356732"/>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414" name="Google Shape;325;p24"/>
          <p:cNvSpPr/>
          <p:nvPr/>
        </p:nvSpPr>
        <p:spPr>
          <a:xfrm>
            <a:off x="1299971" y="1500449"/>
            <a:ext cx="490624" cy="356745"/>
          </a:xfrm>
          <a:prstGeom prst="rect">
            <a:avLst/>
          </a:prstGeom>
          <a:solidFill>
            <a:srgbClr val="FFFFFF">
              <a:alpha val="6270"/>
            </a:srgbClr>
          </a:solidFill>
          <a:ln w="12700">
            <a:miter lim="400000"/>
          </a:ln>
        </p:spPr>
        <p:txBody>
          <a:bodyPr lIns="45718" tIns="45718" rIns="45718" bIns="45718" anchor="ctr"/>
          <a:lstStyle/>
          <a:p>
            <a:pPr>
              <a:defRPr sz="1400">
                <a:solidFill>
                  <a:srgbClr val="000000"/>
                </a:solidFill>
              </a:defRPr>
            </a:pPr>
          </a:p>
        </p:txBody>
      </p:sp>
      <p:sp>
        <p:nvSpPr>
          <p:cNvPr id="41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E2A47"/>
        </a:solidFill>
      </p:bgPr>
    </p:bg>
    <p:spTree>
      <p:nvGrpSpPr>
        <p:cNvPr id="1" name=""/>
        <p:cNvGrpSpPr/>
        <p:nvPr/>
      </p:nvGrpSpPr>
      <p:grpSpPr>
        <a:xfrm>
          <a:off x="0" y="0"/>
          <a:ext cx="0" cy="0"/>
          <a:chOff x="0" y="0"/>
          <a:chExt cx="0" cy="0"/>
        </a:xfrm>
      </p:grpSpPr>
      <p:sp>
        <p:nvSpPr>
          <p:cNvPr id="42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1"/>
        </a:solidFill>
      </p:bgPr>
    </p:bg>
    <p:spTree>
      <p:nvGrpSpPr>
        <p:cNvPr id="1" name=""/>
        <p:cNvGrpSpPr/>
        <p:nvPr/>
      </p:nvGrpSpPr>
      <p:grpSpPr>
        <a:xfrm>
          <a:off x="0" y="0"/>
          <a:ext cx="0" cy="0"/>
          <a:chOff x="0" y="0"/>
          <a:chExt cx="0" cy="0"/>
        </a:xfrm>
      </p:grpSpPr>
      <p:sp>
        <p:nvSpPr>
          <p:cNvPr id="2" name="Texte niveau 1…"/>
          <p:cNvSpPr txBox="1"/>
          <p:nvPr>
            <p:ph type="body" idx="1"/>
          </p:nvPr>
        </p:nvSpPr>
        <p:spPr>
          <a:xfrm>
            <a:off x="719998" y="1132374"/>
            <a:ext cx="7704003" cy="3294003"/>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p>
            <a:pPr/>
            <a:r>
              <a:t>Texte niveau 1</a:t>
            </a:r>
          </a:p>
          <a:p>
            <a:pPr lvl="1"/>
            <a:r>
              <a:t>Texte niveau 2</a:t>
            </a:r>
          </a:p>
          <a:p>
            <a:pPr lvl="2"/>
            <a:r>
              <a:t>Texte niveau 3</a:t>
            </a:r>
          </a:p>
          <a:p>
            <a:pPr lvl="3"/>
            <a:r>
              <a:t>Texte niveau 4</a:t>
            </a:r>
          </a:p>
          <a:p>
            <a:pPr lvl="4"/>
            <a:r>
              <a:t>Texte niveau 5</a:t>
            </a:r>
          </a:p>
        </p:txBody>
      </p:sp>
      <p:sp>
        <p:nvSpPr>
          <p:cNvPr id="3" name="Texte du titre"/>
          <p:cNvSpPr txBox="1"/>
          <p:nvPr>
            <p:ph type="title"/>
          </p:nvPr>
        </p:nvSpPr>
        <p:spPr>
          <a:xfrm>
            <a:off x="1278049" y="343200"/>
            <a:ext cx="6588002" cy="669001"/>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p>
            <a:pPr/>
            <a:r>
              <a:t>Texte du titre</a:t>
            </a:r>
          </a:p>
        </p:txBody>
      </p:sp>
      <p:sp>
        <p:nvSpPr>
          <p:cNvPr id="4" name="Numéro de diapositive"/>
          <p:cNvSpPr txBox="1"/>
          <p:nvPr>
            <p:ph type="sldNum" sz="quarter" idx="2"/>
          </p:nvPr>
        </p:nvSpPr>
        <p:spPr>
          <a:xfrm>
            <a:off x="6279546" y="4635136"/>
            <a:ext cx="273654" cy="264253"/>
          </a:xfrm>
          <a:prstGeom prst="rect">
            <a:avLst/>
          </a:prstGeom>
          <a:ln w="12700">
            <a:miter lim="400000"/>
          </a:ln>
        </p:spPr>
        <p:txBody>
          <a:bodyPr wrap="none" lIns="45718" tIns="45718" rIns="45718" bIns="45718" anchor="ctr">
            <a:spAutoFit/>
          </a:bodyPr>
          <a:lstStyle>
            <a:lvl1pPr algn="r">
              <a:defRPr sz="12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1pPr>
      <a:lvl2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2pPr>
      <a:lvl3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3pPr>
      <a:lvl4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4pPr>
      <a:lvl5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5pPr>
      <a:lvl6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6pPr>
      <a:lvl7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7pPr>
      <a:lvl8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8pPr>
      <a:lvl9pPr marL="0" marR="0" indent="0" algn="ctr" defTabSz="914400" rtl="0" latinLnBrk="0">
        <a:lnSpc>
          <a:spcPct val="100000"/>
        </a:lnSpc>
        <a:spcBef>
          <a:spcPts val="0"/>
        </a:spcBef>
        <a:spcAft>
          <a:spcPts val="0"/>
        </a:spcAft>
        <a:buClrTx/>
        <a:buSzTx/>
        <a:buFontTx/>
        <a:buNone/>
        <a:tabLst/>
        <a:defRPr b="1" baseline="0" cap="none" i="0" spc="0" strike="noStrike" sz="3000" u="none">
          <a:solidFill>
            <a:schemeClr val="accent2"/>
          </a:solidFill>
          <a:uFillTx/>
          <a:latin typeface="Overpass Mono"/>
          <a:ea typeface="Overpass Mono"/>
          <a:cs typeface="Overpass Mono"/>
          <a:sym typeface="Overpass Mono"/>
        </a:defRPr>
      </a:lvl9pPr>
    </p:titleStyle>
    <p:bodyStyle>
      <a:lvl1pPr marL="457200" marR="0" indent="-342900"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naheim"/>
          <a:ea typeface="Anaheim"/>
          <a:cs typeface="Anaheim"/>
          <a:sym typeface="Anaheim"/>
        </a:defRPr>
      </a:lvl1pPr>
      <a:lvl2pPr marL="914400" marR="0" indent="-317500"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naheim"/>
          <a:ea typeface="Anaheim"/>
          <a:cs typeface="Anaheim"/>
          <a:sym typeface="Anaheim"/>
        </a:defRPr>
      </a:lvl2pPr>
      <a:lvl3pPr marL="1371600" marR="0" indent="-317500" algn="l" defTabSz="914400" rtl="0" latinLnBrk="0">
        <a:lnSpc>
          <a:spcPct val="100000"/>
        </a:lnSpc>
        <a:spcBef>
          <a:spcPts val="0"/>
        </a:spcBef>
        <a:spcAft>
          <a:spcPts val="0"/>
        </a:spcAft>
        <a:buClr>
          <a:srgbClr val="FFFFFF"/>
        </a:buClr>
        <a:buSzPts val="1200"/>
        <a:buFontTx/>
        <a:buAutoNum type="romanLcPeriod" startAt="1"/>
        <a:tabLst/>
        <a:defRPr b="0" baseline="0" cap="none" i="0" spc="0" strike="noStrike" sz="1200" u="none">
          <a:solidFill>
            <a:srgbClr val="FFFFFF"/>
          </a:solidFill>
          <a:uFillTx/>
          <a:latin typeface="Anaheim"/>
          <a:ea typeface="Anaheim"/>
          <a:cs typeface="Anaheim"/>
          <a:sym typeface="Anaheim"/>
        </a:defRPr>
      </a:lvl3pPr>
      <a:lvl4pPr marL="1828800" marR="0" indent="-317500"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naheim"/>
          <a:ea typeface="Anaheim"/>
          <a:cs typeface="Anaheim"/>
          <a:sym typeface="Anaheim"/>
        </a:defRPr>
      </a:lvl4pPr>
      <a:lvl5pPr marL="2286000" marR="0" indent="-317500"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naheim"/>
          <a:ea typeface="Anaheim"/>
          <a:cs typeface="Anaheim"/>
          <a:sym typeface="Anaheim"/>
        </a:defRPr>
      </a:lvl5pPr>
      <a:lvl6pPr marL="26978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naheim"/>
          <a:ea typeface="Anaheim"/>
          <a:cs typeface="Anaheim"/>
          <a:sym typeface="Anaheim"/>
        </a:defRPr>
      </a:lvl6pPr>
      <a:lvl7pPr marL="31550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naheim"/>
          <a:ea typeface="Anaheim"/>
          <a:cs typeface="Anaheim"/>
          <a:sym typeface="Anaheim"/>
        </a:defRPr>
      </a:lvl7pPr>
      <a:lvl8pPr marL="36122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naheim"/>
          <a:ea typeface="Anaheim"/>
          <a:cs typeface="Anaheim"/>
          <a:sym typeface="Anaheim"/>
        </a:defRPr>
      </a:lvl8pPr>
      <a:lvl9pPr marL="40694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naheim"/>
          <a:ea typeface="Anaheim"/>
          <a:cs typeface="Anaheim"/>
          <a:sym typeface="Anaheim"/>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Google Shape;334;p27"/>
          <p:cNvSpPr txBox="1"/>
          <p:nvPr>
            <p:ph type="ctrTitle"/>
          </p:nvPr>
        </p:nvSpPr>
        <p:spPr>
          <a:xfrm>
            <a:off x="718574" y="1369043"/>
            <a:ext cx="8520602" cy="1910403"/>
          </a:xfrm>
          <a:prstGeom prst="rect">
            <a:avLst/>
          </a:prstGeom>
        </p:spPr>
        <p:txBody>
          <a:bodyPr/>
          <a:lstStyle>
            <a:lvl1pPr>
              <a:defRPr sz="6800"/>
            </a:lvl1pPr>
          </a:lstStyle>
          <a:p>
            <a:pPr/>
            <a:r>
              <a:t>fork(), vfork() &amp; clone()</a:t>
            </a:r>
          </a:p>
        </p:txBody>
      </p:sp>
      <p:sp>
        <p:nvSpPr>
          <p:cNvPr id="432" name="Google Shape;335;p27"/>
          <p:cNvSpPr txBox="1"/>
          <p:nvPr>
            <p:ph type="subTitle" sz="quarter" idx="1"/>
          </p:nvPr>
        </p:nvSpPr>
        <p:spPr>
          <a:xfrm>
            <a:off x="769049" y="3396100"/>
            <a:ext cx="8520602" cy="792602"/>
          </a:xfrm>
          <a:prstGeom prst="rect">
            <a:avLst/>
          </a:prstGeom>
        </p:spPr>
        <p:txBody>
          <a:bodyPr/>
          <a:lstStyle>
            <a:lvl1pPr marL="0" indent="0">
              <a:defRPr>
                <a:solidFill>
                  <a:schemeClr val="accent2"/>
                </a:solidFill>
              </a:defRPr>
            </a:lvl1pPr>
          </a:lstStyle>
          <a:p>
            <a:pPr/>
            <a:r>
              <a:t>Création de processus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Google Shape;347;p29"/>
          <p:cNvSpPr txBox="1"/>
          <p:nvPr>
            <p:ph type="title"/>
          </p:nvPr>
        </p:nvSpPr>
        <p:spPr>
          <a:xfrm>
            <a:off x="1277999" y="342000"/>
            <a:ext cx="6588002" cy="669001"/>
          </a:xfrm>
          <a:prstGeom prst="rect">
            <a:avLst/>
          </a:prstGeom>
        </p:spPr>
        <p:txBody>
          <a:bodyPr lIns="91423" tIns="91423" rIns="91423" bIns="91423" anchor="t"/>
          <a:lstStyle>
            <a:lvl1pPr algn="ctr">
              <a:defRPr sz="3000">
                <a:solidFill>
                  <a:schemeClr val="accent2"/>
                </a:solidFill>
              </a:defRPr>
            </a:lvl1pPr>
          </a:lstStyle>
          <a:p>
            <a:pPr/>
            <a:r>
              <a:t>TABLE OF CONTENTS</a:t>
            </a:r>
          </a:p>
        </p:txBody>
      </p:sp>
      <p:sp>
        <p:nvSpPr>
          <p:cNvPr id="435" name="Google Shape;348;p29"/>
          <p:cNvSpPr txBox="1"/>
          <p:nvPr/>
        </p:nvSpPr>
        <p:spPr>
          <a:xfrm>
            <a:off x="2281224" y="1848349"/>
            <a:ext cx="1981052" cy="24447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420623">
              <a:defRPr b="1">
                <a:solidFill>
                  <a:srgbClr val="FFFFFF"/>
                </a:solidFill>
                <a:latin typeface="Overpass Mono"/>
                <a:ea typeface="Overpass Mono"/>
                <a:cs typeface="Overpass Mono"/>
                <a:sym typeface="Overpass Mono"/>
              </a:defRPr>
            </a:lvl1pPr>
          </a:lstStyle>
          <a:p>
            <a:pPr/>
            <a:r>
              <a:t>01</a:t>
            </a:r>
          </a:p>
        </p:txBody>
      </p:sp>
      <p:sp>
        <p:nvSpPr>
          <p:cNvPr id="436" name="Google Shape;349;p29"/>
          <p:cNvSpPr txBox="1"/>
          <p:nvPr>
            <p:ph type="body" sz="quarter" idx="1"/>
          </p:nvPr>
        </p:nvSpPr>
        <p:spPr>
          <a:xfrm>
            <a:off x="2189800" y="2162324"/>
            <a:ext cx="2163903" cy="426600"/>
          </a:xfrm>
          <a:prstGeom prst="rect">
            <a:avLst/>
          </a:prstGeom>
        </p:spPr>
        <p:txBody>
          <a:bodyPr/>
          <a:lstStyle>
            <a:lvl1pPr marL="0" indent="0"/>
          </a:lstStyle>
          <a:p>
            <a:pPr/>
            <a:r>
              <a:t>fork()</a:t>
            </a:r>
          </a:p>
        </p:txBody>
      </p:sp>
      <p:sp>
        <p:nvSpPr>
          <p:cNvPr id="437" name="Google Shape;350;p29"/>
          <p:cNvSpPr txBox="1"/>
          <p:nvPr/>
        </p:nvSpPr>
        <p:spPr>
          <a:xfrm>
            <a:off x="4903099" y="1848399"/>
            <a:ext cx="1981053" cy="24447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defTabSz="420623">
              <a:defRPr b="1">
                <a:solidFill>
                  <a:srgbClr val="FFFFFF"/>
                </a:solidFill>
                <a:latin typeface="Overpass Mono"/>
                <a:ea typeface="Overpass Mono"/>
                <a:cs typeface="Overpass Mono"/>
                <a:sym typeface="Overpass Mono"/>
              </a:defRPr>
            </a:lvl1pPr>
          </a:lstStyle>
          <a:p>
            <a:pPr/>
            <a:r>
              <a:t>03</a:t>
            </a:r>
          </a:p>
        </p:txBody>
      </p:sp>
      <p:sp>
        <p:nvSpPr>
          <p:cNvPr id="438" name="Google Shape;351;p29"/>
          <p:cNvSpPr txBox="1"/>
          <p:nvPr/>
        </p:nvSpPr>
        <p:spPr>
          <a:xfrm>
            <a:off x="4903099" y="2163529"/>
            <a:ext cx="1981053" cy="4266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clone()</a:t>
            </a:r>
          </a:p>
        </p:txBody>
      </p:sp>
      <p:sp>
        <p:nvSpPr>
          <p:cNvPr id="439" name="Google Shape;352;p29"/>
          <p:cNvSpPr txBox="1"/>
          <p:nvPr/>
        </p:nvSpPr>
        <p:spPr>
          <a:xfrm>
            <a:off x="2281224" y="3258286"/>
            <a:ext cx="1981052" cy="244476"/>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420623">
              <a:defRPr b="1">
                <a:solidFill>
                  <a:srgbClr val="FFFFFF"/>
                </a:solidFill>
                <a:latin typeface="Overpass Mono"/>
                <a:ea typeface="Overpass Mono"/>
                <a:cs typeface="Overpass Mono"/>
                <a:sym typeface="Overpass Mono"/>
              </a:defRPr>
            </a:lvl1pPr>
          </a:lstStyle>
          <a:p>
            <a:pPr/>
            <a:r>
              <a:t>02</a:t>
            </a:r>
          </a:p>
        </p:txBody>
      </p:sp>
      <p:sp>
        <p:nvSpPr>
          <p:cNvPr id="440" name="Google Shape;353;p29"/>
          <p:cNvSpPr txBox="1"/>
          <p:nvPr/>
        </p:nvSpPr>
        <p:spPr>
          <a:xfrm>
            <a:off x="2281226" y="3572262"/>
            <a:ext cx="1981052" cy="4266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b="1" sz="2200">
                <a:solidFill>
                  <a:srgbClr val="FFFFFF"/>
                </a:solidFill>
                <a:latin typeface="Overpass Mono"/>
                <a:ea typeface="Overpass Mono"/>
                <a:cs typeface="Overpass Mono"/>
                <a:sym typeface="Overpass Mono"/>
              </a:defRPr>
            </a:lvl1pPr>
          </a:lstStyle>
          <a:p>
            <a:pPr/>
            <a:r>
              <a:t>vfork()</a:t>
            </a:r>
          </a:p>
        </p:txBody>
      </p:sp>
    </p:spTree>
  </p:cSld>
  <p:clrMapOvr>
    <a:masterClrMapping/>
  </p:clrMapOvr>
  <mc:AlternateContent xmlns:mc="http://schemas.openxmlformats.org/markup-compatibility/2006">
    <mc:Choice xmlns:p14="http://schemas.microsoft.com/office/powerpoint/2010/main" Requires="p14">
      <p:transition spd="slow" advClick="1" p14:dur="1250">
        <p:dissolv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Google Shape;374;p32"/>
          <p:cNvSpPr txBox="1"/>
          <p:nvPr>
            <p:ph type="title"/>
          </p:nvPr>
        </p:nvSpPr>
        <p:spPr>
          <a:xfrm>
            <a:off x="454800" y="2714625"/>
            <a:ext cx="8425200" cy="447900"/>
          </a:xfrm>
          <a:prstGeom prst="rect">
            <a:avLst/>
          </a:prstGeom>
        </p:spPr>
        <p:txBody>
          <a:bodyPr/>
          <a:lstStyle>
            <a:lvl1pPr defTabSz="740662">
              <a:defRPr sz="2900"/>
            </a:lvl1pPr>
          </a:lstStyle>
          <a:p>
            <a:pPr/>
            <a:r>
              <a:t>INTRODUCTION</a:t>
            </a:r>
          </a:p>
        </p:txBody>
      </p:sp>
      <p:sp>
        <p:nvSpPr>
          <p:cNvPr id="443" name="Google Shape;375;p32"/>
          <p:cNvSpPr txBox="1"/>
          <p:nvPr/>
        </p:nvSpPr>
        <p:spPr>
          <a:xfrm>
            <a:off x="546224" y="2150848"/>
            <a:ext cx="8242352" cy="48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ctr" defTabSz="365759">
              <a:defRPr b="1" sz="3200">
                <a:solidFill>
                  <a:schemeClr val="accent2"/>
                </a:solidFill>
                <a:latin typeface="Overpass Mono"/>
                <a:ea typeface="Overpass Mono"/>
                <a:cs typeface="Overpass Mono"/>
                <a:sym typeface="Overpass Mono"/>
              </a:defRPr>
            </a:lvl1pPr>
          </a:lstStyle>
          <a:p>
            <a:pPr/>
            <a:r>
              <a:t>01</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45" name="Google Shape;360;p30" descr="Google Shape;360;p30"/>
          <p:cNvPicPr>
            <a:picLocks noChangeAspect="1"/>
          </p:cNvPicPr>
          <p:nvPr/>
        </p:nvPicPr>
        <p:blipFill>
          <a:blip r:embed="rId2">
            <a:extLst/>
          </a:blip>
          <a:srcRect l="24495" t="18187" r="9353" b="4812"/>
          <a:stretch>
            <a:fillRect/>
          </a:stretch>
        </p:blipFill>
        <p:spPr>
          <a:xfrm>
            <a:off x="6424612" y="90900"/>
            <a:ext cx="2465391" cy="1814275"/>
          </a:xfrm>
          <a:prstGeom prst="rect">
            <a:avLst/>
          </a:prstGeom>
          <a:ln w="12700">
            <a:miter lim="400000"/>
          </a:ln>
        </p:spPr>
      </p:pic>
      <p:sp>
        <p:nvSpPr>
          <p:cNvPr id="446" name="Google Shape;361;p30"/>
          <p:cNvSpPr txBox="1"/>
          <p:nvPr>
            <p:ph type="body" sz="half" idx="1"/>
          </p:nvPr>
        </p:nvSpPr>
        <p:spPr>
          <a:xfrm>
            <a:off x="609498" y="1973023"/>
            <a:ext cx="6915254" cy="2130902"/>
          </a:xfrm>
          <a:prstGeom prst="rect">
            <a:avLst/>
          </a:prstGeom>
        </p:spPr>
        <p:txBody>
          <a:bodyPr/>
          <a:lstStyle/>
          <a:p>
            <a:pPr marL="0" indent="90943" defTabSz="654800">
              <a:buSzTx/>
              <a:buNone/>
              <a:defRPr sz="1209"/>
            </a:pPr>
            <a:r>
              <a:t>fork(), vfork() et clone() permettent de créer des process s’exécutant sur un OS.</a:t>
            </a:r>
          </a:p>
          <a:p>
            <a:pPr marL="0" indent="90943" defTabSz="654800">
              <a:buSzTx/>
              <a:buNone/>
              <a:defRPr sz="1209"/>
            </a:pPr>
          </a:p>
          <a:p>
            <a:pPr marL="0" indent="90943" defTabSz="654800">
              <a:buSzTx/>
              <a:buNone/>
              <a:defRPr sz="1209"/>
            </a:pPr>
            <a:r>
              <a:t>Au  démarrage d’un système UNIX (norme POSIX (Portable Operating System Interface et le X exprime l’héritage UNIX)), un seul processus existe. UNIX est une famille de normes techniques définie depuis 1988 par l’Institute of Electrical and Electronics Engineers (IEEE), et formellement désignée par IEEE 1003. Ces normes ont émergé d’un projet de standardisation des interfaces de programmation des logiciels destinés à fonctionner sur les variantes du système d’exploitation UNIX).</a:t>
            </a:r>
          </a:p>
          <a:p>
            <a:pPr marL="0" indent="90943" defTabSz="654800">
              <a:buSzTx/>
              <a:buNone/>
              <a:defRPr sz="1209"/>
            </a:pPr>
            <a:r>
              <a:t>Il porte le PID 1 et est souvent nommé ’init’.</a:t>
            </a:r>
          </a:p>
          <a:p>
            <a:pPr marL="0" indent="90943" defTabSz="654800">
              <a:buSzTx/>
              <a:buNone/>
              <a:defRPr sz="1209"/>
            </a:pPr>
            <a:r>
              <a:t>Init va donc créer d’autres process au moyen d’appels systèmes tels que fork(), vfork(), clone(),…</a:t>
            </a:r>
          </a:p>
        </p:txBody>
      </p:sp>
      <p:sp>
        <p:nvSpPr>
          <p:cNvPr id="447" name="Google Shape;362;p30"/>
          <p:cNvSpPr txBox="1"/>
          <p:nvPr>
            <p:ph type="title"/>
          </p:nvPr>
        </p:nvSpPr>
        <p:spPr>
          <a:xfrm>
            <a:off x="560824" y="1168325"/>
            <a:ext cx="3561303" cy="669001"/>
          </a:xfrm>
          <a:prstGeom prst="rect">
            <a:avLst/>
          </a:prstGeom>
        </p:spPr>
        <p:txBody>
          <a:bodyPr/>
          <a:lstStyle/>
          <a:p>
            <a:pPr/>
            <a:r>
              <a:t>INTRODUCTION</a:t>
            </a:r>
          </a:p>
        </p:txBody>
      </p:sp>
      <p:sp>
        <p:nvSpPr>
          <p:cNvPr id="448"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Google Shape;386;p34"/>
          <p:cNvSpPr txBox="1"/>
          <p:nvPr>
            <p:ph type="title"/>
          </p:nvPr>
        </p:nvSpPr>
        <p:spPr>
          <a:xfrm>
            <a:off x="1278049" y="343200"/>
            <a:ext cx="6588002" cy="669001"/>
          </a:xfrm>
          <a:prstGeom prst="rect">
            <a:avLst/>
          </a:prstGeom>
        </p:spPr>
        <p:txBody>
          <a:bodyPr lIns="91423" tIns="91423" rIns="91423" bIns="91423" anchor="t"/>
          <a:lstStyle>
            <a:lvl1pPr algn="ctr">
              <a:defRPr sz="3000">
                <a:solidFill>
                  <a:schemeClr val="accent2"/>
                </a:solidFill>
              </a:defRPr>
            </a:lvl1pPr>
          </a:lstStyle>
          <a:p>
            <a:pPr/>
            <a:r>
              <a:t>fork()</a:t>
            </a:r>
          </a:p>
        </p:txBody>
      </p:sp>
      <p:sp>
        <p:nvSpPr>
          <p:cNvPr id="451" name="Google Shape;387;p34"/>
          <p:cNvSpPr/>
          <p:nvPr/>
        </p:nvSpPr>
        <p:spPr>
          <a:xfrm flipH="1">
            <a:off x="7903723" y="1829923"/>
            <a:ext cx="407860" cy="1797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452" name="Google Shape;388;p34"/>
          <p:cNvSpPr/>
          <p:nvPr/>
        </p:nvSpPr>
        <p:spPr>
          <a:xfrm flipH="1">
            <a:off x="1187624" y="3498425"/>
            <a:ext cx="218364"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453" name="Google Shape;389;p34"/>
          <p:cNvSpPr/>
          <p:nvPr/>
        </p:nvSpPr>
        <p:spPr>
          <a:xfrm flipH="1">
            <a:off x="1082119" y="2126825"/>
            <a:ext cx="323908"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54" name="Google Shape;390;p34"/>
          <p:cNvSpPr/>
          <p:nvPr/>
        </p:nvSpPr>
        <p:spPr>
          <a:xfrm>
            <a:off x="7737378" y="3498425"/>
            <a:ext cx="407812"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455" name="Google Shape;391;p34"/>
          <p:cNvSpPr/>
          <p:nvPr/>
        </p:nvSpPr>
        <p:spPr>
          <a:xfrm flipH="1">
            <a:off x="7734273" y="2126825"/>
            <a:ext cx="21840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56" name="Google Shape;392;p34"/>
          <p:cNvSpPr/>
          <p:nvPr/>
        </p:nvSpPr>
        <p:spPr>
          <a:xfrm flipH="1">
            <a:off x="637061"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457" name="Google Shape;393;p34"/>
          <p:cNvSpPr/>
          <p:nvPr/>
        </p:nvSpPr>
        <p:spPr>
          <a:xfrm flipH="1" rot="16200000">
            <a:off x="1333499" y="1829923"/>
            <a:ext cx="773403"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58" name="Google Shape;394;p34"/>
          <p:cNvSpPr txBox="1"/>
          <p:nvPr/>
        </p:nvSpPr>
        <p:spPr>
          <a:xfrm>
            <a:off x="2357433" y="1775348"/>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solidFill>
                  <a:srgbClr val="FFFFFF"/>
                </a:solidFill>
                <a:latin typeface="Overpass Mono"/>
                <a:ea typeface="Overpass Mono"/>
                <a:cs typeface="Overpass Mono"/>
                <a:sym typeface="Overpass Mono"/>
              </a:defRPr>
            </a:lvl1pPr>
          </a:lstStyle>
          <a:p>
            <a:pPr/>
            <a:r>
              <a:t>Qu’est-ce</a:t>
            </a:r>
          </a:p>
        </p:txBody>
      </p:sp>
      <p:sp>
        <p:nvSpPr>
          <p:cNvPr id="459" name="Google Shape;395;p34"/>
          <p:cNvSpPr txBox="1"/>
          <p:nvPr/>
        </p:nvSpPr>
        <p:spPr>
          <a:xfrm>
            <a:off x="4805612" y="1775427"/>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Historique</a:t>
            </a:r>
          </a:p>
        </p:txBody>
      </p:sp>
      <p:sp>
        <p:nvSpPr>
          <p:cNvPr id="460" name="Google Shape;396;p34"/>
          <p:cNvSpPr txBox="1"/>
          <p:nvPr>
            <p:ph type="body" sz="quarter" idx="1"/>
          </p:nvPr>
        </p:nvSpPr>
        <p:spPr>
          <a:xfrm>
            <a:off x="4714175" y="2208197"/>
            <a:ext cx="2163902" cy="413100"/>
          </a:xfrm>
          <a:prstGeom prst="rect">
            <a:avLst/>
          </a:prstGeom>
        </p:spPr>
        <p:txBody>
          <a:bodyPr/>
          <a:lstStyle/>
          <a:p>
            <a:pPr marL="0" indent="0" defTabSz="886967">
              <a:defRPr sz="1300"/>
            </a:pPr>
            <a:r>
              <a:t>1969 -&gt; années 1990</a:t>
            </a:r>
          </a:p>
          <a:p>
            <a:pPr marL="0" indent="0" defTabSz="886967">
              <a:defRPr sz="1300"/>
            </a:pPr>
            <a:r>
              <a:t>-&gt; POSIX en 1988</a:t>
            </a:r>
          </a:p>
        </p:txBody>
      </p:sp>
      <p:sp>
        <p:nvSpPr>
          <p:cNvPr id="461" name="Google Shape;397;p34"/>
          <p:cNvSpPr txBox="1"/>
          <p:nvPr/>
        </p:nvSpPr>
        <p:spPr>
          <a:xfrm>
            <a:off x="2357426" y="3155675"/>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00">
                <a:solidFill>
                  <a:srgbClr val="FFFFFF"/>
                </a:solidFill>
                <a:latin typeface="Overpass Mono"/>
                <a:ea typeface="Overpass Mono"/>
                <a:cs typeface="Overpass Mono"/>
                <a:sym typeface="Overpass Mono"/>
              </a:defRPr>
            </a:lvl1pPr>
          </a:lstStyle>
          <a:p>
            <a:pPr/>
            <a:r>
              <a:t>Valeur de retour</a:t>
            </a:r>
          </a:p>
        </p:txBody>
      </p:sp>
      <p:sp>
        <p:nvSpPr>
          <p:cNvPr id="462" name="Google Shape;398;p34"/>
          <p:cNvSpPr txBox="1"/>
          <p:nvPr/>
        </p:nvSpPr>
        <p:spPr>
          <a:xfrm>
            <a:off x="2357424" y="3585924"/>
            <a:ext cx="1981052"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612648">
              <a:defRPr sz="1000">
                <a:solidFill>
                  <a:srgbClr val="FFFFFF"/>
                </a:solidFill>
                <a:latin typeface="Anaheim"/>
                <a:ea typeface="Anaheim"/>
                <a:cs typeface="Anaheim"/>
                <a:sym typeface="Anaheim"/>
              </a:defRPr>
            </a:pPr>
            <a:r>
              <a:t>pid_t</a:t>
            </a:r>
          </a:p>
          <a:p>
            <a:pPr defTabSz="612648">
              <a:defRPr sz="1000">
                <a:solidFill>
                  <a:srgbClr val="FFFFFF"/>
                </a:solidFill>
                <a:latin typeface="Anaheim"/>
                <a:ea typeface="Anaheim"/>
                <a:cs typeface="Anaheim"/>
                <a:sym typeface="Anaheim"/>
              </a:defRPr>
            </a:pPr>
            <a:r>
              <a:t>-1, 0 ou PID du fils</a:t>
            </a:r>
          </a:p>
        </p:txBody>
      </p:sp>
      <p:sp>
        <p:nvSpPr>
          <p:cNvPr id="463" name="Google Shape;399;p34"/>
          <p:cNvSpPr txBox="1"/>
          <p:nvPr/>
        </p:nvSpPr>
        <p:spPr>
          <a:xfrm>
            <a:off x="4805624" y="3155754"/>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Particularités</a:t>
            </a:r>
          </a:p>
        </p:txBody>
      </p:sp>
      <p:sp>
        <p:nvSpPr>
          <p:cNvPr id="464" name="Google Shape;400;p34"/>
          <p:cNvSpPr txBox="1"/>
          <p:nvPr/>
        </p:nvSpPr>
        <p:spPr>
          <a:xfrm>
            <a:off x="4805600" y="3585924"/>
            <a:ext cx="1981052"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defTabSz="612648">
              <a:defRPr sz="1000">
                <a:solidFill>
                  <a:srgbClr val="FFFFFF"/>
                </a:solidFill>
                <a:latin typeface="Anaheim"/>
                <a:ea typeface="Anaheim"/>
                <a:cs typeface="Anaheim"/>
                <a:sym typeface="Anaheim"/>
              </a:defRPr>
            </a:lvl1pPr>
          </a:lstStyle>
          <a:p>
            <a:pPr/>
            <a:r>
              <a:t>Fils = copie exacte sauf pour quelques points</a:t>
            </a:r>
          </a:p>
        </p:txBody>
      </p:sp>
      <p:sp>
        <p:nvSpPr>
          <p:cNvPr id="465" name="Google Shape;401;p34"/>
          <p:cNvSpPr/>
          <p:nvPr/>
        </p:nvSpPr>
        <p:spPr>
          <a:xfrm>
            <a:off x="7019924" y="18299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66" name="Google Shape;402;p34"/>
          <p:cNvSpPr/>
          <p:nvPr/>
        </p:nvSpPr>
        <p:spPr>
          <a:xfrm flipH="1" rot="10800000">
            <a:off x="1333499" y="32015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67" name="Google Shape;403;p34"/>
          <p:cNvSpPr/>
          <p:nvPr/>
        </p:nvSpPr>
        <p:spPr>
          <a:xfrm>
            <a:off x="7935194" y="3200674"/>
            <a:ext cx="471465" cy="1797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68" name="Google Shape;404;p34"/>
          <p:cNvSpPr/>
          <p:nvPr/>
        </p:nvSpPr>
        <p:spPr>
          <a:xfrm>
            <a:off x="8250834" y="3498424"/>
            <a:ext cx="377599"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69" name="Google Shape;405;p34"/>
          <p:cNvSpPr/>
          <p:nvPr/>
        </p:nvSpPr>
        <p:spPr>
          <a:xfrm>
            <a:off x="7949948" y="3796150"/>
            <a:ext cx="300885" cy="17877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70" name="Google Shape;406;p34"/>
          <p:cNvSpPr/>
          <p:nvPr/>
        </p:nvSpPr>
        <p:spPr>
          <a:xfrm rot="5400000">
            <a:off x="7019924" y="3201523"/>
            <a:ext cx="773402"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71" name="Google Shape;407;p34"/>
          <p:cNvSpPr/>
          <p:nvPr/>
        </p:nvSpPr>
        <p:spPr>
          <a:xfrm flipH="1">
            <a:off x="728558" y="3201523"/>
            <a:ext cx="488821" cy="1797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72" name="Google Shape;408;p34"/>
          <p:cNvSpPr/>
          <p:nvPr/>
        </p:nvSpPr>
        <p:spPr>
          <a:xfrm flipH="1">
            <a:off x="514320" y="3498425"/>
            <a:ext cx="57015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73" name="Google Shape;409;p34"/>
          <p:cNvSpPr/>
          <p:nvPr/>
        </p:nvSpPr>
        <p:spPr>
          <a:xfrm flipH="1">
            <a:off x="877356" y="3796150"/>
            <a:ext cx="323869" cy="17877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74" name="Google Shape;410;p34"/>
          <p:cNvSpPr/>
          <p:nvPr/>
        </p:nvSpPr>
        <p:spPr>
          <a:xfrm flipH="1">
            <a:off x="514392" y="1829923"/>
            <a:ext cx="702979" cy="1797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475" name="Google Shape;411;p34"/>
          <p:cNvSpPr/>
          <p:nvPr/>
        </p:nvSpPr>
        <p:spPr>
          <a:xfrm flipH="1">
            <a:off x="783206" y="2127250"/>
            <a:ext cx="178814" cy="1796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476" name="Google Shape;412;p34"/>
          <p:cNvSpPr/>
          <p:nvPr/>
        </p:nvSpPr>
        <p:spPr>
          <a:xfrm flipH="1">
            <a:off x="8071052" y="2126825"/>
            <a:ext cx="570068" cy="1796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477" name="Google Shape;413;p34"/>
          <p:cNvSpPr/>
          <p:nvPr/>
        </p:nvSpPr>
        <p:spPr>
          <a:xfrm flipH="1">
            <a:off x="7930660"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478" name="Google Shape;414;p34"/>
          <p:cNvSpPr txBox="1"/>
          <p:nvPr/>
        </p:nvSpPr>
        <p:spPr>
          <a:xfrm>
            <a:off x="2357433" y="2208196"/>
            <a:ext cx="1981052" cy="32167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612648">
              <a:defRPr sz="1000">
                <a:solidFill>
                  <a:srgbClr val="FFFFFF"/>
                </a:solidFill>
                <a:latin typeface="Anaheim"/>
                <a:ea typeface="Anaheim"/>
                <a:cs typeface="Anaheim"/>
                <a:sym typeface="Anaheim"/>
              </a:defRPr>
            </a:lvl1pPr>
          </a:lstStyle>
          <a:p>
            <a:pPr/>
            <a:r>
              <a:t>Création avec copie du processus parent</a:t>
            </a:r>
          </a:p>
        </p:txBody>
      </p:sp>
      <p:sp>
        <p:nvSpPr>
          <p:cNvPr id="479" name="Google Shape;415;p34"/>
          <p:cNvSpPr/>
          <p:nvPr/>
        </p:nvSpPr>
        <p:spPr>
          <a:xfrm>
            <a:off x="1489627" y="3357834"/>
            <a:ext cx="461177" cy="4608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8" tIns="45718" rIns="45718" bIns="45718" anchor="ctr"/>
          <a:lstStyle/>
          <a:p>
            <a:pPr>
              <a:defRPr sz="1400">
                <a:solidFill>
                  <a:srgbClr val="000000"/>
                </a:solidFill>
              </a:defRPr>
            </a:pPr>
          </a:p>
        </p:txBody>
      </p:sp>
      <p:grpSp>
        <p:nvGrpSpPr>
          <p:cNvPr id="484" name="Google Shape;416;p34"/>
          <p:cNvGrpSpPr/>
          <p:nvPr/>
        </p:nvGrpSpPr>
        <p:grpSpPr>
          <a:xfrm>
            <a:off x="7178830" y="3360346"/>
            <a:ext cx="455852" cy="455758"/>
            <a:chOff x="4" y="0"/>
            <a:chExt cx="455851" cy="455756"/>
          </a:xfrm>
        </p:grpSpPr>
        <p:sp>
          <p:nvSpPr>
            <p:cNvPr id="480" name="Google Shape;417;p34"/>
            <p:cNvSpPr/>
            <p:nvPr/>
          </p:nvSpPr>
          <p:spPr>
            <a:xfrm>
              <a:off x="1900" y="148437"/>
              <a:ext cx="113051" cy="114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1" name="Google Shape;418;p34"/>
            <p:cNvSpPr/>
            <p:nvPr/>
          </p:nvSpPr>
          <p:spPr>
            <a:xfrm>
              <a:off x="192927" y="340915"/>
              <a:ext cx="114507" cy="1126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2" name="Google Shape;419;p34"/>
            <p:cNvSpPr/>
            <p:nvPr/>
          </p:nvSpPr>
          <p:spPr>
            <a:xfrm>
              <a:off x="4" y="313466"/>
              <a:ext cx="142397" cy="142291"/>
            </a:xfrm>
            <a:custGeom>
              <a:avLst/>
              <a:gdLst/>
              <a:ahLst/>
              <a:cxnLst>
                <a:cxn ang="0">
                  <a:pos x="wd2" y="hd2"/>
                </a:cxn>
                <a:cxn ang="5400000">
                  <a:pos x="wd2" y="hd2"/>
                </a:cxn>
                <a:cxn ang="10800000">
                  <a:pos x="wd2" y="hd2"/>
                </a:cxn>
                <a:cxn ang="16200000">
                  <a:pos x="wd2" y="hd2"/>
                </a:cxn>
              </a:cxnLst>
              <a:rect l="0" t="0" r="r" b="b"/>
              <a:pathLst>
                <a:path w="21561" h="21600" fill="norm" stroke="1" extrusionOk="0">
                  <a:moveTo>
                    <a:pt x="8655" y="0"/>
                  </a:moveTo>
                  <a:cubicBezTo>
                    <a:pt x="7231" y="985"/>
                    <a:pt x="6028" y="2137"/>
                    <a:pt x="4990" y="3509"/>
                  </a:cubicBezTo>
                  <a:cubicBezTo>
                    <a:pt x="3461" y="5535"/>
                    <a:pt x="2313" y="7782"/>
                    <a:pt x="1490" y="10195"/>
                  </a:cubicBezTo>
                  <a:cubicBezTo>
                    <a:pt x="613" y="12773"/>
                    <a:pt x="122" y="15458"/>
                    <a:pt x="12" y="18202"/>
                  </a:cubicBezTo>
                  <a:cubicBezTo>
                    <a:pt x="12" y="18584"/>
                    <a:pt x="-39" y="18966"/>
                    <a:pt x="67" y="19353"/>
                  </a:cubicBezTo>
                  <a:cubicBezTo>
                    <a:pt x="122" y="19846"/>
                    <a:pt x="342" y="20283"/>
                    <a:pt x="668" y="20665"/>
                  </a:cubicBezTo>
                  <a:cubicBezTo>
                    <a:pt x="999" y="21052"/>
                    <a:pt x="1380" y="21324"/>
                    <a:pt x="1872" y="21489"/>
                  </a:cubicBezTo>
                  <a:cubicBezTo>
                    <a:pt x="2257" y="21600"/>
                    <a:pt x="2639" y="21600"/>
                    <a:pt x="3020" y="21600"/>
                  </a:cubicBezTo>
                  <a:cubicBezTo>
                    <a:pt x="5482" y="21600"/>
                    <a:pt x="7998" y="21163"/>
                    <a:pt x="10350" y="20449"/>
                  </a:cubicBezTo>
                  <a:cubicBezTo>
                    <a:pt x="14667" y="19187"/>
                    <a:pt x="18989" y="16774"/>
                    <a:pt x="21561" y="12939"/>
                  </a:cubicBezTo>
                  <a:lnTo>
                    <a:pt x="20959" y="12336"/>
                  </a:lnTo>
                  <a:cubicBezTo>
                    <a:pt x="20794" y="12391"/>
                    <a:pt x="20629" y="12497"/>
                    <a:pt x="20463" y="12552"/>
                  </a:cubicBezTo>
                  <a:cubicBezTo>
                    <a:pt x="19480" y="12939"/>
                    <a:pt x="18498" y="13376"/>
                    <a:pt x="17460" y="13703"/>
                  </a:cubicBezTo>
                  <a:cubicBezTo>
                    <a:pt x="14777" y="14638"/>
                    <a:pt x="11990" y="15241"/>
                    <a:pt x="9147" y="15623"/>
                  </a:cubicBezTo>
                  <a:cubicBezTo>
                    <a:pt x="7998" y="15789"/>
                    <a:pt x="6795" y="15900"/>
                    <a:pt x="5592" y="16005"/>
                  </a:cubicBezTo>
                  <a:cubicBezTo>
                    <a:pt x="5592" y="15844"/>
                    <a:pt x="5647" y="15734"/>
                    <a:pt x="5647" y="15568"/>
                  </a:cubicBezTo>
                  <a:cubicBezTo>
                    <a:pt x="5863" y="12663"/>
                    <a:pt x="6304" y="9812"/>
                    <a:pt x="7011" y="7017"/>
                  </a:cubicBezTo>
                  <a:cubicBezTo>
                    <a:pt x="7342" y="5645"/>
                    <a:pt x="7778" y="4328"/>
                    <a:pt x="8269" y="3016"/>
                  </a:cubicBezTo>
                  <a:cubicBezTo>
                    <a:pt x="8545" y="2192"/>
                    <a:pt x="8926" y="1423"/>
                    <a:pt x="9257" y="658"/>
                  </a:cubicBezTo>
                  <a:lnTo>
                    <a:pt x="8655" y="0"/>
                  </a:ln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3" name="Google Shape;421;p34"/>
            <p:cNvSpPr/>
            <p:nvPr/>
          </p:nvSpPr>
          <p:spPr>
            <a:xfrm>
              <a:off x="57591" y="0"/>
              <a:ext cx="398265" cy="398359"/>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
        <p:nvSpPr>
          <p:cNvPr id="485" name="Google Shape;422;p34"/>
          <p:cNvSpPr/>
          <p:nvPr/>
        </p:nvSpPr>
        <p:spPr>
          <a:xfrm>
            <a:off x="1519371" y="1986384"/>
            <a:ext cx="399743" cy="460480"/>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8" tIns="45718" rIns="45718" bIns="45718" anchor="ctr"/>
          <a:lstStyle/>
          <a:p>
            <a:pPr>
              <a:defRPr sz="1400">
                <a:solidFill>
                  <a:srgbClr val="000000"/>
                </a:solidFill>
              </a:defRPr>
            </a:pPr>
          </a:p>
        </p:txBody>
      </p:sp>
      <p:grpSp>
        <p:nvGrpSpPr>
          <p:cNvPr id="490" name="Google Shape;423;p34"/>
          <p:cNvGrpSpPr/>
          <p:nvPr/>
        </p:nvGrpSpPr>
        <p:grpSpPr>
          <a:xfrm>
            <a:off x="7190733" y="1989700"/>
            <a:ext cx="431785" cy="457168"/>
            <a:chOff x="0" y="0"/>
            <a:chExt cx="431784" cy="457167"/>
          </a:xfrm>
        </p:grpSpPr>
        <p:sp>
          <p:nvSpPr>
            <p:cNvPr id="486" name="Google Shape;424;p34"/>
            <p:cNvSpPr/>
            <p:nvPr/>
          </p:nvSpPr>
          <p:spPr>
            <a:xfrm>
              <a:off x="29660" y="395240"/>
              <a:ext cx="95542" cy="61928"/>
            </a:xfrm>
            <a:custGeom>
              <a:avLst/>
              <a:gdLst/>
              <a:ahLst/>
              <a:cxnLst>
                <a:cxn ang="0">
                  <a:pos x="wd2" y="hd2"/>
                </a:cxn>
                <a:cxn ang="5400000">
                  <a:pos x="wd2" y="hd2"/>
                </a:cxn>
                <a:cxn ang="10800000">
                  <a:pos x="wd2" y="hd2"/>
                </a:cxn>
                <a:cxn ang="16200000">
                  <a:pos x="wd2" y="hd2"/>
                </a:cxn>
              </a:cxnLst>
              <a:rect l="0" t="0" r="r" b="b"/>
              <a:pathLst>
                <a:path w="20952"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7" name="Google Shape;425;p34"/>
            <p:cNvSpPr/>
            <p:nvPr/>
          </p:nvSpPr>
          <p:spPr>
            <a:xfrm>
              <a:off x="283683" y="137623"/>
              <a:ext cx="79587" cy="81042"/>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8" name="Google Shape;426;p34"/>
            <p:cNvSpPr/>
            <p:nvPr/>
          </p:nvSpPr>
          <p:spPr>
            <a:xfrm>
              <a:off x="-1" y="-1"/>
              <a:ext cx="268708" cy="3944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489" name="Google Shape;427;p34"/>
            <p:cNvSpPr/>
            <p:nvPr/>
          </p:nvSpPr>
          <p:spPr>
            <a:xfrm>
              <a:off x="133811" y="235969"/>
              <a:ext cx="297974" cy="199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2" name="Google Shape;452;p36"/>
          <p:cNvSpPr txBox="1"/>
          <p:nvPr>
            <p:ph type="title"/>
          </p:nvPr>
        </p:nvSpPr>
        <p:spPr>
          <a:xfrm>
            <a:off x="3034705" y="863263"/>
            <a:ext cx="3074591" cy="367052"/>
          </a:xfrm>
          <a:prstGeom prst="rect">
            <a:avLst/>
          </a:prstGeom>
        </p:spPr>
        <p:txBody>
          <a:bodyPr/>
          <a:lstStyle>
            <a:lvl1pPr defTabSz="512062">
              <a:defRPr sz="1200"/>
            </a:lvl1pPr>
          </a:lstStyle>
          <a:p>
            <a:pPr/>
            <a:r>
              <a:t>Déclaration de fork(2)</a:t>
            </a:r>
          </a:p>
        </p:txBody>
      </p:sp>
      <p:sp>
        <p:nvSpPr>
          <p:cNvPr id="493" name="Google Shape;453;p36"/>
          <p:cNvSpPr txBox="1"/>
          <p:nvPr>
            <p:ph type="body" sz="quarter" idx="1"/>
          </p:nvPr>
        </p:nvSpPr>
        <p:spPr>
          <a:xfrm>
            <a:off x="3034705" y="1760675"/>
            <a:ext cx="3074591" cy="2257627"/>
          </a:xfrm>
          <a:prstGeom prst="rect">
            <a:avLst/>
          </a:prstGeom>
        </p:spPr>
        <p:txBody>
          <a:bodyPr/>
          <a:lstStyle/>
          <a:p>
            <a:pPr indent="0"/>
            <a:r>
              <a:t>#include &lt;unistd.h&gt;</a:t>
            </a:r>
          </a:p>
          <a:p>
            <a:pPr indent="0"/>
          </a:p>
          <a:p>
            <a:pPr indent="0"/>
            <a:r>
              <a:t>pid_t fork(void);</a:t>
            </a:r>
          </a:p>
          <a:p>
            <a:pPr indent="0"/>
          </a:p>
          <a:p>
            <a:pPr indent="0"/>
          </a:p>
          <a:p>
            <a:pPr indent="0"/>
            <a:r>
              <a:t>(pid_t n’a pas besoin de cast pour être utilisé comme un int)</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5" name="Google Shape;361;p30"/>
          <p:cNvSpPr txBox="1"/>
          <p:nvPr>
            <p:ph type="body" sz="half" idx="1"/>
          </p:nvPr>
        </p:nvSpPr>
        <p:spPr>
          <a:xfrm>
            <a:off x="363435" y="1756648"/>
            <a:ext cx="6915254" cy="2674200"/>
          </a:xfrm>
          <a:prstGeom prst="rect">
            <a:avLst/>
          </a:prstGeom>
        </p:spPr>
        <p:txBody>
          <a:bodyPr/>
          <a:lstStyle/>
          <a:p>
            <a:pPr marL="0" indent="98298" defTabSz="707745">
              <a:buSzTx/>
              <a:buNone/>
              <a:defRPr sz="1350"/>
            </a:pPr>
            <a:r>
              <a:t>Linux -&gt; fork() = utilisation d’un mécanisme de copie en écriture -&gt; seuls </a:t>
            </a:r>
            <a:r>
              <a:rPr u="sng"/>
              <a:t>coûts de performance</a:t>
            </a:r>
            <a:r>
              <a:t> = le </a:t>
            </a:r>
            <a:r>
              <a:rPr u="sng"/>
              <a:t>temps</a:t>
            </a:r>
            <a:r>
              <a:t> et la mémoire nécessaire pour dupliquer la </a:t>
            </a:r>
            <a:r>
              <a:rPr u="sng"/>
              <a:t>table des pages</a:t>
            </a:r>
            <a:r>
              <a:t> du père + créer </a:t>
            </a:r>
            <a:r>
              <a:rPr u="sng"/>
              <a:t>structure de tâche</a:t>
            </a:r>
            <a:r>
              <a:t> pour le fils.</a:t>
            </a:r>
          </a:p>
          <a:p>
            <a:pPr marL="0" indent="98298" defTabSz="707745">
              <a:buSzTx/>
              <a:buNone/>
              <a:defRPr sz="1350"/>
            </a:pPr>
            <a:r>
              <a:t>Jadis, fork() copiait aussi </a:t>
            </a:r>
            <a:r>
              <a:rPr u="sng"/>
              <a:t>directement</a:t>
            </a:r>
            <a:r>
              <a:t> l’entièreté de l’espace d’adressage. Inutile car fils -&gt; exec().</a:t>
            </a:r>
          </a:p>
          <a:p>
            <a:pPr marL="0" indent="98298" defTabSz="707745">
              <a:buSzTx/>
              <a:buNone/>
              <a:defRPr sz="1350"/>
            </a:pPr>
          </a:p>
          <a:p>
            <a:pPr marL="0" indent="98298" defTabSz="707745">
              <a:buSzTx/>
              <a:buNone/>
              <a:defRPr sz="1350"/>
            </a:pPr>
            <a:r>
              <a:t>return pid_t -&gt; int -&gt; aussi utilisée pour ≠ père - fils</a:t>
            </a:r>
          </a:p>
          <a:p>
            <a:pPr marL="0" indent="98298" defTabSz="707745">
              <a:buSzTx/>
              <a:buNone/>
              <a:defRPr sz="1350"/>
            </a:pPr>
          </a:p>
          <a:p>
            <a:pPr marL="0" indent="98298" defTabSz="707745">
              <a:buSzTx/>
              <a:buNone/>
              <a:defRPr sz="1350"/>
            </a:pPr>
            <a:r>
              <a:t>Un fils peut se terminer de plusieurs manières.</a:t>
            </a:r>
          </a:p>
          <a:p>
            <a:pPr marL="0" indent="98298" defTabSz="707745">
              <a:buSzTx/>
              <a:buNone/>
              <a:defRPr sz="1350"/>
            </a:pPr>
            <a:r>
              <a:t>Pr perds et conventions, f</a:t>
            </a:r>
            <a:r>
              <a:t>ils peut pas devenir zombie 🧟‍♂️ -&gt; 😵 -&gt; père utilise pid_t wait(int *ptr_state) pour attendre son fils et éviter d’en créer un 🧟‍♂️.</a:t>
            </a:r>
          </a:p>
        </p:txBody>
      </p:sp>
      <p:sp>
        <p:nvSpPr>
          <p:cNvPr id="496" name="Google Shape;362;p30"/>
          <p:cNvSpPr txBox="1"/>
          <p:nvPr>
            <p:ph type="title"/>
          </p:nvPr>
        </p:nvSpPr>
        <p:spPr>
          <a:xfrm>
            <a:off x="544950" y="485700"/>
            <a:ext cx="5614550" cy="669001"/>
          </a:xfrm>
          <a:prstGeom prst="rect">
            <a:avLst/>
          </a:prstGeom>
        </p:spPr>
        <p:txBody>
          <a:bodyPr/>
          <a:lstStyle/>
          <a:p>
            <a:pPr/>
            <a:r>
              <a:t>Fonctionnement</a:t>
            </a:r>
          </a:p>
        </p:txBody>
      </p:sp>
      <p:sp>
        <p:nvSpPr>
          <p:cNvPr id="497"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Google Shape;361;p30"/>
          <p:cNvSpPr txBox="1"/>
          <p:nvPr>
            <p:ph type="body" sz="half" idx="1"/>
          </p:nvPr>
        </p:nvSpPr>
        <p:spPr>
          <a:xfrm>
            <a:off x="141185" y="3063505"/>
            <a:ext cx="6915254" cy="2130902"/>
          </a:xfrm>
          <a:prstGeom prst="rect">
            <a:avLst/>
          </a:prstGeom>
        </p:spPr>
        <p:txBody>
          <a:bodyPr/>
          <a:lstStyle/>
          <a:p>
            <a:pPr marL="411479" indent="-297179" defTabSz="822958">
              <a:buSzPts val="1600"/>
              <a:buFont typeface="Arial"/>
              <a:buChar char="•"/>
              <a:defRPr sz="1600"/>
            </a:pPr>
            <a:r>
              <a:t>L’enfant a son propre ID de processus unique, et ce PID est unique</a:t>
            </a:r>
          </a:p>
          <a:p>
            <a:pPr marL="411479" indent="-297179" defTabSz="822958">
              <a:buSzPts val="1600"/>
              <a:buFont typeface="Arial"/>
              <a:buChar char="•"/>
              <a:defRPr sz="1600"/>
            </a:pPr>
            <a:r>
              <a:t>L’enfant n’hérite pas des threads de son père et n’en crée pas de nouveaux. (’cat /proc/$PID/status’ -&gt; section ’Threads’ ou ’Thr’)</a:t>
            </a:r>
          </a:p>
          <a:p>
            <a:pPr marL="411479" indent="-297179" defTabSz="822958">
              <a:buSzPts val="1600"/>
              <a:buFont typeface="Arial"/>
              <a:buChar char="•"/>
              <a:defRPr sz="1600"/>
            </a:pPr>
            <a:r>
              <a:t>L’enfant n’hérite pas des verrous de mémoire de son parent</a:t>
            </a:r>
          </a:p>
          <a:p>
            <a:pPr marL="411479" indent="-297179" defTabSz="822958">
              <a:buSzPts val="1600"/>
              <a:buFont typeface="Arial"/>
              <a:buChar char="•"/>
              <a:defRPr sz="1600"/>
            </a:pPr>
            <a:r>
              <a:t>La table des signaux est remise à 0 pour l’enfant : ceci peut être faux en fonction de l’environnement (sur PopOS, MacOS ARM, MacOS Intel, machine virtuelle sur Mac,..., la table des signaux n’est pas remise à 0).</a:t>
            </a:r>
          </a:p>
        </p:txBody>
      </p:sp>
      <p:sp>
        <p:nvSpPr>
          <p:cNvPr id="500" name="Google Shape;362;p30"/>
          <p:cNvSpPr txBox="1"/>
          <p:nvPr>
            <p:ph type="title"/>
          </p:nvPr>
        </p:nvSpPr>
        <p:spPr>
          <a:xfrm>
            <a:off x="0" y="2571749"/>
            <a:ext cx="8937626" cy="669003"/>
          </a:xfrm>
          <a:prstGeom prst="rect">
            <a:avLst/>
          </a:prstGeom>
        </p:spPr>
        <p:txBody>
          <a:bodyPr/>
          <a:lstStyle>
            <a:lvl1pPr defTabSz="667512">
              <a:defRPr sz="2100"/>
            </a:lvl1pPr>
          </a:lstStyle>
          <a:p>
            <a:pPr/>
            <a:r>
              <a:t>Copie presqu’exacte du père sauf pour notamment ces éléments :</a:t>
            </a:r>
          </a:p>
        </p:txBody>
      </p:sp>
      <p:sp>
        <p:nvSpPr>
          <p:cNvPr id="501"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grpSp>
        <p:nvGrpSpPr>
          <p:cNvPr id="504" name="Google Shape;452;p36"/>
          <p:cNvGrpSpPr/>
          <p:nvPr/>
        </p:nvGrpSpPr>
        <p:grpSpPr>
          <a:xfrm>
            <a:off x="3124748" y="88036"/>
            <a:ext cx="2688129" cy="538302"/>
            <a:chOff x="0" y="0"/>
            <a:chExt cx="2688127" cy="538301"/>
          </a:xfrm>
        </p:grpSpPr>
        <p:sp>
          <p:nvSpPr>
            <p:cNvPr id="502" name="Rectangle"/>
            <p:cNvSpPr/>
            <p:nvPr/>
          </p:nvSpPr>
          <p:spPr>
            <a:xfrm>
              <a:off x="-1" y="-1"/>
              <a:ext cx="2688129" cy="538302"/>
            </a:xfrm>
            <a:prstGeom prst="rect">
              <a:avLst/>
            </a:prstGeom>
            <a:solidFill>
              <a:schemeClr val="accent2"/>
            </a:solidFill>
            <a:ln w="12700" cap="flat">
              <a:noFill/>
              <a:miter lim="400000"/>
            </a:ln>
            <a:effectLst/>
          </p:spPr>
          <p:txBody>
            <a:bodyPr wrap="square" lIns="45718" tIns="45718" rIns="45718" bIns="45718"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03" name="Particularités"/>
            <p:cNvSpPr txBox="1"/>
            <p:nvPr/>
          </p:nvSpPr>
          <p:spPr>
            <a:xfrm>
              <a:off x="-1" y="12625"/>
              <a:ext cx="2688129" cy="513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b="1" sz="2200">
                  <a:solidFill>
                    <a:srgbClr val="FFFFFF"/>
                  </a:solidFill>
                  <a:latin typeface="Overpass Mono"/>
                  <a:ea typeface="Overpass Mono"/>
                  <a:cs typeface="Overpass Mono"/>
                  <a:sym typeface="Overpass Mono"/>
                </a:defRPr>
              </a:lvl1pPr>
            </a:lstStyle>
            <a:p>
              <a:pPr/>
              <a:r>
                <a:t>Particularités</a:t>
              </a:r>
            </a:p>
          </p:txBody>
        </p:sp>
      </p:grpSp>
      <p:sp>
        <p:nvSpPr>
          <p:cNvPr id="505" name="Google Shape;362;p30"/>
          <p:cNvSpPr txBox="1"/>
          <p:nvPr/>
        </p:nvSpPr>
        <p:spPr>
          <a:xfrm>
            <a:off x="0" y="991763"/>
            <a:ext cx="5614550" cy="6400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a:defRPr b="1" sz="3000">
                <a:solidFill>
                  <a:schemeClr val="accent2"/>
                </a:solidFill>
                <a:latin typeface="Overpass Mono"/>
                <a:ea typeface="Overpass Mono"/>
                <a:cs typeface="Overpass Mono"/>
                <a:sym typeface="Overpass Mono"/>
              </a:defRPr>
            </a:lvl1pPr>
          </a:lstStyle>
          <a:p>
            <a:pPr/>
            <a:r>
              <a:t>Espace d’adressage dupliqué</a:t>
            </a:r>
          </a:p>
        </p:txBody>
      </p:sp>
      <p:sp>
        <p:nvSpPr>
          <p:cNvPr id="506" name="Google Shape;361;p30"/>
          <p:cNvSpPr txBox="1"/>
          <p:nvPr/>
        </p:nvSpPr>
        <p:spPr>
          <a:xfrm>
            <a:off x="141185" y="1660762"/>
            <a:ext cx="6915254" cy="678148"/>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marL="457200" indent="-330200">
              <a:buClr>
                <a:srgbClr val="FFFFFF"/>
              </a:buClr>
              <a:buSzPts val="1600"/>
              <a:buFont typeface="Arial"/>
              <a:buChar char="•"/>
              <a:defRPr>
                <a:solidFill>
                  <a:srgbClr val="FFFFFF"/>
                </a:solidFill>
                <a:latin typeface="XCharter"/>
                <a:ea typeface="XCharter"/>
                <a:cs typeface="XCharter"/>
                <a:sym typeface="XCharter"/>
              </a:defRPr>
            </a:pPr>
            <a:r>
              <a:t>Uniquement lors de sa première </a:t>
            </a:r>
            <a:r>
              <a:rPr>
                <a:latin typeface="Charter Roman"/>
                <a:ea typeface="Charter Roman"/>
                <a:cs typeface="Charter Roman"/>
                <a:sym typeface="Charter Roman"/>
              </a:rPr>
              <a:t>modification</a:t>
            </a:r>
            <a:endParaRPr>
              <a:latin typeface="Anaheim"/>
              <a:ea typeface="Anaheim"/>
              <a:cs typeface="Anaheim"/>
              <a:sym typeface="Anaheim"/>
            </a:endParaRPr>
          </a:p>
          <a:p>
            <a:pPr marL="457200" indent="-330200">
              <a:buClr>
                <a:srgbClr val="FFFFFF"/>
              </a:buClr>
              <a:buSzPts val="1600"/>
              <a:buFont typeface="Arial"/>
              <a:buChar char="•"/>
              <a:defRPr>
                <a:solidFill>
                  <a:srgbClr val="FFFFFF"/>
                </a:solidFill>
                <a:latin typeface="XCharter"/>
                <a:ea typeface="XCharter"/>
                <a:cs typeface="XCharter"/>
                <a:sym typeface="XCharter"/>
              </a:defRPr>
            </a:pPr>
            <a:r>
              <a:t>Grâce à la méthode COW (Copy-On-Write) depuis récemment</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8"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grpSp>
        <p:nvGrpSpPr>
          <p:cNvPr id="511" name="Google Shape;452;p36"/>
          <p:cNvGrpSpPr/>
          <p:nvPr/>
        </p:nvGrpSpPr>
        <p:grpSpPr>
          <a:xfrm>
            <a:off x="3124748" y="88036"/>
            <a:ext cx="2688129" cy="538302"/>
            <a:chOff x="0" y="0"/>
            <a:chExt cx="2688127" cy="538301"/>
          </a:xfrm>
        </p:grpSpPr>
        <p:sp>
          <p:nvSpPr>
            <p:cNvPr id="509" name="Rectangle"/>
            <p:cNvSpPr/>
            <p:nvPr/>
          </p:nvSpPr>
          <p:spPr>
            <a:xfrm>
              <a:off x="-1" y="-1"/>
              <a:ext cx="2688129" cy="538302"/>
            </a:xfrm>
            <a:prstGeom prst="rect">
              <a:avLst/>
            </a:prstGeom>
            <a:solidFill>
              <a:schemeClr val="accent2"/>
            </a:solidFill>
            <a:ln w="12700" cap="flat">
              <a:noFill/>
              <a:miter lim="400000"/>
            </a:ln>
            <a:effectLst/>
          </p:spPr>
          <p:txBody>
            <a:bodyPr wrap="square" lIns="45718" tIns="45718" rIns="45718" bIns="45718"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10" name="COW"/>
            <p:cNvSpPr txBox="1"/>
            <p:nvPr/>
          </p:nvSpPr>
          <p:spPr>
            <a:xfrm>
              <a:off x="-1" y="12625"/>
              <a:ext cx="2688129" cy="513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b="1" sz="2200">
                  <a:solidFill>
                    <a:srgbClr val="FFFFFF"/>
                  </a:solidFill>
                  <a:latin typeface="Overpass Mono"/>
                  <a:ea typeface="Overpass Mono"/>
                  <a:cs typeface="Overpass Mono"/>
                  <a:sym typeface="Overpass Mono"/>
                </a:defRPr>
              </a:lvl1pPr>
            </a:lstStyle>
            <a:p>
              <a:pPr/>
              <a:r>
                <a:t>COW</a:t>
              </a:r>
            </a:p>
          </p:txBody>
        </p:sp>
      </p:grpSp>
      <p:sp>
        <p:nvSpPr>
          <p:cNvPr id="512" name="Google Shape;362;p30"/>
          <p:cNvSpPr txBox="1"/>
          <p:nvPr/>
        </p:nvSpPr>
        <p:spPr>
          <a:xfrm>
            <a:off x="0" y="684165"/>
            <a:ext cx="5614550" cy="6400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a:defRPr b="1" sz="3000">
                <a:solidFill>
                  <a:schemeClr val="accent2"/>
                </a:solidFill>
                <a:latin typeface="Overpass Mono"/>
                <a:ea typeface="Overpass Mono"/>
                <a:cs typeface="Overpass Mono"/>
                <a:sym typeface="Overpass Mono"/>
              </a:defRPr>
            </a:lvl1pPr>
          </a:lstStyle>
          <a:p>
            <a:pPr/>
            <a:r>
              <a:t>COPY-ON-WRITE</a:t>
            </a:r>
          </a:p>
        </p:txBody>
      </p:sp>
      <p:sp>
        <p:nvSpPr>
          <p:cNvPr id="513" name="Google Shape;361;p30"/>
          <p:cNvSpPr txBox="1"/>
          <p:nvPr/>
        </p:nvSpPr>
        <p:spPr>
          <a:xfrm>
            <a:off x="77685" y="1133966"/>
            <a:ext cx="8471004" cy="334641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marL="457200" indent="-330200">
              <a:buClr>
                <a:srgbClr val="FFFFFF"/>
              </a:buClr>
              <a:buSzPts val="1600"/>
              <a:buFont typeface="Arial"/>
              <a:buChar char="•"/>
              <a:defRPr>
                <a:solidFill>
                  <a:srgbClr val="FFFFFF"/>
                </a:solidFill>
                <a:latin typeface="XCharter"/>
                <a:ea typeface="XCharter"/>
                <a:cs typeface="XCharter"/>
                <a:sym typeface="XCharter"/>
              </a:defRPr>
            </a:pPr>
            <a:r>
              <a:t>Technique de copie de mémoire.</a:t>
            </a:r>
          </a:p>
          <a:p>
            <a:pPr marL="457200" indent="-330200">
              <a:buClr>
                <a:srgbClr val="FFFFFF"/>
              </a:buClr>
              <a:buSzPts val="1600"/>
              <a:buFont typeface="Arial"/>
              <a:buChar char="•"/>
              <a:defRPr>
                <a:solidFill>
                  <a:srgbClr val="FFFFFF"/>
                </a:solidFill>
                <a:latin typeface="XCharter"/>
                <a:ea typeface="XCharter"/>
                <a:cs typeface="XCharter"/>
                <a:sym typeface="XCharter"/>
              </a:defRPr>
            </a:pPr>
            <a:r>
              <a:t>Aucune modif de mémoire directe + exécution immédiate d’un nouveau processus -&gt; inutile de copier toute la mémoire du processus -&gt; COW utilisée</a:t>
            </a:r>
            <a:endParaRPr>
              <a:latin typeface="Charter Roman"/>
              <a:ea typeface="Charter Roman"/>
              <a:cs typeface="Charter Roman"/>
              <a:sym typeface="Charter Roman"/>
            </a:endParaRPr>
          </a:p>
          <a:p>
            <a:pPr marL="457200" indent="-330200">
              <a:buClr>
                <a:srgbClr val="FFFFFF"/>
              </a:buClr>
              <a:buSzPts val="1600"/>
              <a:buFont typeface="Arial"/>
              <a:buChar char="•"/>
              <a:defRPr>
                <a:solidFill>
                  <a:srgbClr val="FFFFFF"/>
                </a:solidFill>
                <a:latin typeface="XCharter"/>
                <a:ea typeface="XCharter"/>
                <a:cs typeface="XCharter"/>
                <a:sym typeface="XCharter"/>
              </a:defRPr>
            </a:pPr>
            <a:r>
              <a:t>Mise en œuvre efficace :</a:t>
            </a:r>
            <a:endParaRPr>
              <a:latin typeface="Anaheim"/>
              <a:ea typeface="Anaheim"/>
              <a:cs typeface="Anaheim"/>
              <a:sym typeface="Anaheim"/>
            </a:endParaRPr>
          </a:p>
          <a:p>
            <a:pPr lvl="1" marL="914400" indent="-330200">
              <a:lnSpc>
                <a:spcPct val="115000"/>
              </a:lnSpc>
              <a:buClr>
                <a:srgbClr val="FFFFFF"/>
              </a:buClr>
              <a:buSzPts val="1600"/>
              <a:buFont typeface="Arial"/>
              <a:buChar char="•"/>
              <a:defRPr>
                <a:solidFill>
                  <a:srgbClr val="FFFFFF"/>
                </a:solidFill>
                <a:latin typeface="XCharter"/>
                <a:ea typeface="XCharter"/>
                <a:cs typeface="XCharter"/>
                <a:sym typeface="XCharter"/>
              </a:defRPr>
            </a:pPr>
            <a:r>
              <a:rPr>
                <a:latin typeface="Anaheim"/>
                <a:ea typeface="Anaheim"/>
                <a:cs typeface="Anaheim"/>
                <a:sym typeface="Anaheim"/>
              </a:rPr>
              <a:t>Utilise </a:t>
            </a:r>
            <a:r>
              <a:t>la table des pages en marquant certaines pages de mémoire comme étant en lecture seule et en comptant le nombre de références à la page.</a:t>
            </a:r>
          </a:p>
          <a:p>
            <a:pPr lvl="1" marL="914400" indent="-330200">
              <a:lnSpc>
                <a:spcPct val="115000"/>
              </a:lnSpc>
              <a:buClr>
                <a:srgbClr val="FFFFFF"/>
              </a:buClr>
              <a:buSzPts val="1600"/>
              <a:buFont typeface="Arial"/>
              <a:buChar char="•"/>
              <a:defRPr>
                <a:solidFill>
                  <a:srgbClr val="FFFFFF"/>
                </a:solidFill>
                <a:latin typeface="XCharter"/>
                <a:ea typeface="XCharter"/>
                <a:cs typeface="XCharter"/>
                <a:sym typeface="XCharter"/>
              </a:defRPr>
            </a:pPr>
            <a:r>
              <a:t>Lorsque des données sont écrites sur ces pages, le noyau intercepte la tentative d’écriture et alloue une NOUVELLE PAGE physique initialisée avec les données de COW, bien que la réallocation puisse être ignorée s’il n’y a qu’une seule référence. Noyau update ensuite table des pages avec la nouvelle page, décrémente le nombre de</a:t>
            </a:r>
            <a:r>
              <a:rPr>
                <a:latin typeface="Charter Roman"/>
                <a:ea typeface="Charter Roman"/>
                <a:cs typeface="Charter Roman"/>
                <a:sym typeface="Charter Roman"/>
              </a:rPr>
              <a:t> </a:t>
            </a:r>
            <a:r>
              <a:t>références et effectue l’écriture.                                  Ce chgmnt pas visible par un ô process.</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Google Shape;452;p36"/>
          <p:cNvSpPr txBox="1"/>
          <p:nvPr>
            <p:ph type="title"/>
          </p:nvPr>
        </p:nvSpPr>
        <p:spPr>
          <a:xfrm>
            <a:off x="3227787" y="934700"/>
            <a:ext cx="2688127" cy="538302"/>
          </a:xfrm>
          <a:prstGeom prst="rect">
            <a:avLst/>
          </a:prstGeom>
        </p:spPr>
        <p:txBody>
          <a:bodyPr/>
          <a:lstStyle>
            <a:lvl1pPr defTabSz="813816">
              <a:defRPr sz="1900"/>
            </a:lvl1pPr>
          </a:lstStyle>
          <a:p>
            <a:pPr/>
            <a:r>
              <a:t>Problèmes éventuels</a:t>
            </a:r>
          </a:p>
        </p:txBody>
      </p:sp>
      <p:sp>
        <p:nvSpPr>
          <p:cNvPr id="516" name="Google Shape;453;p36"/>
          <p:cNvSpPr txBox="1"/>
          <p:nvPr>
            <p:ph type="body" sz="half" idx="1"/>
          </p:nvPr>
        </p:nvSpPr>
        <p:spPr>
          <a:xfrm>
            <a:off x="1443918" y="1601029"/>
            <a:ext cx="6256164" cy="2764822"/>
          </a:xfrm>
          <a:prstGeom prst="rect">
            <a:avLst/>
          </a:prstGeom>
        </p:spPr>
        <p:txBody>
          <a:bodyPr/>
          <a:lstStyle/>
          <a:p>
            <a:pPr indent="0" defTabSz="499901">
              <a:defRPr sz="1633"/>
            </a:pPr>
            <a:r>
              <a:t>Au vu du fait que fork duplique l’espace d’adressage et d’autres fonctionnement du parent, cela peut vite remplir la mémoire, ralentir l’ordinateur et empêcher la création de nouveaux processus.</a:t>
            </a:r>
          </a:p>
          <a:p>
            <a:pPr indent="0" defTabSz="499901">
              <a:defRPr sz="1633"/>
            </a:pPr>
          </a:p>
          <a:p>
            <a:pPr indent="69430" algn="ctr" defTabSz="499901">
              <a:defRPr sz="1633">
                <a:latin typeface="XCharter"/>
                <a:ea typeface="XCharter"/>
                <a:cs typeface="XCharter"/>
                <a:sym typeface="XCharter"/>
              </a:defRPr>
            </a:pPr>
            <a:r>
              <a:t>Lors de son implémentation, fork() n’était pas utilisable par les développeurs. Depuis que les développeurs d’Unix l’ont ouvert au user-land (pour que les développeurs puissent l’utiliser dans leurs logiciels), cela a permis de développer des logiciels qui fonctionnent sur plusieurs process et non sur un seul et même process. </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Google Shape;452;p36"/>
          <p:cNvSpPr txBox="1"/>
          <p:nvPr>
            <p:ph type="title"/>
          </p:nvPr>
        </p:nvSpPr>
        <p:spPr>
          <a:xfrm>
            <a:off x="3227787" y="934700"/>
            <a:ext cx="2688127" cy="538302"/>
          </a:xfrm>
          <a:prstGeom prst="rect">
            <a:avLst/>
          </a:prstGeom>
        </p:spPr>
        <p:txBody>
          <a:bodyPr/>
          <a:lstStyle/>
          <a:p>
            <a:pPr/>
            <a:r>
              <a:t>Suppléments</a:t>
            </a:r>
          </a:p>
        </p:txBody>
      </p:sp>
      <p:sp>
        <p:nvSpPr>
          <p:cNvPr id="519" name="Google Shape;453;p36"/>
          <p:cNvSpPr txBox="1"/>
          <p:nvPr>
            <p:ph type="body" sz="half" idx="1"/>
          </p:nvPr>
        </p:nvSpPr>
        <p:spPr>
          <a:xfrm>
            <a:off x="1874367" y="1951175"/>
            <a:ext cx="5394963" cy="2257627"/>
          </a:xfrm>
          <a:prstGeom prst="rect">
            <a:avLst/>
          </a:prstGeom>
        </p:spPr>
        <p:txBody>
          <a:bodyPr/>
          <a:lstStyle/>
          <a:p>
            <a:pPr indent="0"/>
            <a:r>
              <a:t>fork1(), forkall(), forkx(), forkallx() acceptent un argument flags composé d’un OU inclusif ou de plusieurs drapeaux, qui sont définis dans l’en-tête sys/fork.h </a:t>
            </a:r>
          </a:p>
          <a:p>
            <a:pPr indent="0"/>
          </a:p>
          <a:p>
            <a:pPr indent="0"/>
            <a:r>
              <a:t>Si l’argument ‘flag’ est 0, forkx() est identique à fork() et forkallx() est identique à forkall().</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1" name="Google Shape;507;p38"/>
          <p:cNvSpPr txBox="1"/>
          <p:nvPr>
            <p:ph type="title"/>
          </p:nvPr>
        </p:nvSpPr>
        <p:spPr>
          <a:xfrm>
            <a:off x="311699" y="1847849"/>
            <a:ext cx="8520602" cy="1382703"/>
          </a:xfrm>
          <a:prstGeom prst="rect">
            <a:avLst/>
          </a:prstGeom>
        </p:spPr>
        <p:txBody>
          <a:bodyPr/>
          <a:lstStyle>
            <a:lvl1pPr defTabSz="667512">
              <a:defRPr sz="9100"/>
            </a:lvl1pPr>
          </a:lstStyle>
          <a:p>
            <a:pPr/>
            <a:r>
              <a:t>Code</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3" name="Google Shape;386;p34"/>
          <p:cNvSpPr txBox="1"/>
          <p:nvPr>
            <p:ph type="title"/>
          </p:nvPr>
        </p:nvSpPr>
        <p:spPr>
          <a:xfrm>
            <a:off x="1278049" y="343200"/>
            <a:ext cx="6588002" cy="669001"/>
          </a:xfrm>
          <a:prstGeom prst="rect">
            <a:avLst/>
          </a:prstGeom>
        </p:spPr>
        <p:txBody>
          <a:bodyPr lIns="91423" tIns="91423" rIns="91423" bIns="91423" anchor="t"/>
          <a:lstStyle>
            <a:lvl1pPr algn="ctr">
              <a:defRPr sz="3000">
                <a:solidFill>
                  <a:schemeClr val="accent2"/>
                </a:solidFill>
              </a:defRPr>
            </a:lvl1pPr>
          </a:lstStyle>
          <a:p>
            <a:pPr/>
            <a:r>
              <a:t>vfork()</a:t>
            </a:r>
          </a:p>
        </p:txBody>
      </p:sp>
      <p:sp>
        <p:nvSpPr>
          <p:cNvPr id="524" name="Google Shape;387;p34"/>
          <p:cNvSpPr/>
          <p:nvPr/>
        </p:nvSpPr>
        <p:spPr>
          <a:xfrm flipH="1">
            <a:off x="7903723" y="1829923"/>
            <a:ext cx="407860" cy="1797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25" name="Google Shape;388;p34"/>
          <p:cNvSpPr/>
          <p:nvPr/>
        </p:nvSpPr>
        <p:spPr>
          <a:xfrm flipH="1">
            <a:off x="1187624" y="3498425"/>
            <a:ext cx="218364"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26" name="Google Shape;389;p34"/>
          <p:cNvSpPr/>
          <p:nvPr/>
        </p:nvSpPr>
        <p:spPr>
          <a:xfrm flipH="1">
            <a:off x="1082119" y="2126825"/>
            <a:ext cx="323908"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27" name="Google Shape;390;p34"/>
          <p:cNvSpPr/>
          <p:nvPr/>
        </p:nvSpPr>
        <p:spPr>
          <a:xfrm>
            <a:off x="7737378" y="3498425"/>
            <a:ext cx="407812"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28" name="Google Shape;391;p34"/>
          <p:cNvSpPr/>
          <p:nvPr/>
        </p:nvSpPr>
        <p:spPr>
          <a:xfrm flipH="1">
            <a:off x="7734273" y="2126825"/>
            <a:ext cx="21840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29" name="Google Shape;392;p34"/>
          <p:cNvSpPr/>
          <p:nvPr/>
        </p:nvSpPr>
        <p:spPr>
          <a:xfrm flipH="1">
            <a:off x="637061"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30" name="Google Shape;393;p34"/>
          <p:cNvSpPr/>
          <p:nvPr/>
        </p:nvSpPr>
        <p:spPr>
          <a:xfrm flipH="1" rot="16200000">
            <a:off x="1333499" y="1829923"/>
            <a:ext cx="773403"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31" name="Google Shape;394;p34"/>
          <p:cNvSpPr txBox="1"/>
          <p:nvPr/>
        </p:nvSpPr>
        <p:spPr>
          <a:xfrm>
            <a:off x="2357433" y="1775348"/>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solidFill>
                  <a:srgbClr val="FFFFFF"/>
                </a:solidFill>
                <a:latin typeface="Overpass Mono"/>
                <a:ea typeface="Overpass Mono"/>
                <a:cs typeface="Overpass Mono"/>
                <a:sym typeface="Overpass Mono"/>
              </a:defRPr>
            </a:lvl1pPr>
          </a:lstStyle>
          <a:p>
            <a:pPr/>
            <a:r>
              <a:t>Qu’est-ce</a:t>
            </a:r>
          </a:p>
        </p:txBody>
      </p:sp>
      <p:sp>
        <p:nvSpPr>
          <p:cNvPr id="532" name="Google Shape;395;p34"/>
          <p:cNvSpPr txBox="1"/>
          <p:nvPr/>
        </p:nvSpPr>
        <p:spPr>
          <a:xfrm>
            <a:off x="4805612" y="1775427"/>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Historique</a:t>
            </a:r>
          </a:p>
        </p:txBody>
      </p:sp>
      <p:sp>
        <p:nvSpPr>
          <p:cNvPr id="533" name="Google Shape;396;p34"/>
          <p:cNvSpPr txBox="1"/>
          <p:nvPr>
            <p:ph type="body" sz="quarter" idx="1"/>
          </p:nvPr>
        </p:nvSpPr>
        <p:spPr>
          <a:xfrm>
            <a:off x="4480331" y="2208197"/>
            <a:ext cx="2397745" cy="460814"/>
          </a:xfrm>
          <a:prstGeom prst="rect">
            <a:avLst/>
          </a:prstGeom>
        </p:spPr>
        <p:txBody>
          <a:bodyPr/>
          <a:lstStyle/>
          <a:p>
            <a:pPr marL="0" indent="0" defTabSz="704087">
              <a:defRPr sz="1000"/>
            </a:pPr>
            <a:r>
              <a:t>Linux : =fork j-&gt; noyau 2.2.0-pre-</a:t>
            </a:r>
          </a:p>
          <a:p>
            <a:pPr marL="0" indent="0" defTabSz="704087">
              <a:defRPr sz="1000"/>
            </a:pPr>
            <a:r>
              <a:t>2003 avec BSD3.0</a:t>
            </a:r>
          </a:p>
          <a:p>
            <a:pPr marL="0" indent="0" defTabSz="704087">
              <a:defRPr sz="1000"/>
            </a:pPr>
            <a:r>
              <a:t>BSD4.4  : synonyme fork()</a:t>
            </a:r>
          </a:p>
        </p:txBody>
      </p:sp>
      <p:sp>
        <p:nvSpPr>
          <p:cNvPr id="534" name="Google Shape;397;p34"/>
          <p:cNvSpPr txBox="1"/>
          <p:nvPr/>
        </p:nvSpPr>
        <p:spPr>
          <a:xfrm>
            <a:off x="2357426" y="3155675"/>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00">
                <a:solidFill>
                  <a:srgbClr val="FFFFFF"/>
                </a:solidFill>
                <a:latin typeface="Overpass Mono"/>
                <a:ea typeface="Overpass Mono"/>
                <a:cs typeface="Overpass Mono"/>
                <a:sym typeface="Overpass Mono"/>
              </a:defRPr>
            </a:lvl1pPr>
          </a:lstStyle>
          <a:p>
            <a:pPr/>
            <a:r>
              <a:t>Valeur de retour</a:t>
            </a:r>
          </a:p>
        </p:txBody>
      </p:sp>
      <p:sp>
        <p:nvSpPr>
          <p:cNvPr id="535" name="Google Shape;398;p34"/>
          <p:cNvSpPr txBox="1"/>
          <p:nvPr/>
        </p:nvSpPr>
        <p:spPr>
          <a:xfrm>
            <a:off x="2357424" y="3585924"/>
            <a:ext cx="1981052"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612648">
              <a:defRPr sz="1000">
                <a:solidFill>
                  <a:srgbClr val="FFFFFF"/>
                </a:solidFill>
                <a:latin typeface="Anaheim"/>
                <a:ea typeface="Anaheim"/>
                <a:cs typeface="Anaheim"/>
                <a:sym typeface="Anaheim"/>
              </a:defRPr>
            </a:pPr>
            <a:r>
              <a:t>pid_t</a:t>
            </a:r>
          </a:p>
          <a:p>
            <a:pPr defTabSz="612648">
              <a:defRPr sz="1000">
                <a:solidFill>
                  <a:srgbClr val="FFFFFF"/>
                </a:solidFill>
                <a:latin typeface="Anaheim"/>
                <a:ea typeface="Anaheim"/>
                <a:cs typeface="Anaheim"/>
                <a:sym typeface="Anaheim"/>
              </a:defRPr>
            </a:pPr>
            <a:r>
              <a:t>_1, 0 ou PID du fils</a:t>
            </a:r>
          </a:p>
        </p:txBody>
      </p:sp>
      <p:sp>
        <p:nvSpPr>
          <p:cNvPr id="536" name="Google Shape;399;p34"/>
          <p:cNvSpPr txBox="1"/>
          <p:nvPr/>
        </p:nvSpPr>
        <p:spPr>
          <a:xfrm>
            <a:off x="4805624" y="3155754"/>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Particularités</a:t>
            </a:r>
          </a:p>
        </p:txBody>
      </p:sp>
      <p:sp>
        <p:nvSpPr>
          <p:cNvPr id="537" name="Google Shape;400;p34"/>
          <p:cNvSpPr txBox="1"/>
          <p:nvPr/>
        </p:nvSpPr>
        <p:spPr>
          <a:xfrm>
            <a:off x="4471368" y="3623259"/>
            <a:ext cx="2315284" cy="3258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r" defTabSz="612648">
              <a:defRPr sz="1000">
                <a:solidFill>
                  <a:srgbClr val="FFFFFF"/>
                </a:solidFill>
                <a:latin typeface="Anaheim"/>
                <a:ea typeface="Anaheim"/>
                <a:cs typeface="Anaheim"/>
                <a:sym typeface="Anaheim"/>
              </a:defRPr>
            </a:pPr>
            <a:r>
              <a:t>Fils = même mémoire que père</a:t>
            </a:r>
          </a:p>
          <a:p>
            <a:pPr algn="r" defTabSz="612648">
              <a:defRPr sz="1000">
                <a:solidFill>
                  <a:srgbClr val="FFFFFF"/>
                </a:solidFill>
                <a:latin typeface="Anaheim"/>
                <a:ea typeface="Anaheim"/>
                <a:cs typeface="Anaheim"/>
                <a:sym typeface="Anaheim"/>
              </a:defRPr>
            </a:pPr>
            <a:r>
              <a:t>Père en pause</a:t>
            </a:r>
          </a:p>
        </p:txBody>
      </p:sp>
      <p:sp>
        <p:nvSpPr>
          <p:cNvPr id="538" name="Google Shape;401;p34"/>
          <p:cNvSpPr/>
          <p:nvPr/>
        </p:nvSpPr>
        <p:spPr>
          <a:xfrm>
            <a:off x="7019924" y="18299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39" name="Google Shape;402;p34"/>
          <p:cNvSpPr/>
          <p:nvPr/>
        </p:nvSpPr>
        <p:spPr>
          <a:xfrm flipH="1" rot="10800000">
            <a:off x="1333499" y="32015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40" name="Google Shape;403;p34"/>
          <p:cNvSpPr/>
          <p:nvPr/>
        </p:nvSpPr>
        <p:spPr>
          <a:xfrm>
            <a:off x="7935194" y="3200674"/>
            <a:ext cx="471465" cy="1797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41" name="Google Shape;404;p34"/>
          <p:cNvSpPr/>
          <p:nvPr/>
        </p:nvSpPr>
        <p:spPr>
          <a:xfrm>
            <a:off x="8250834" y="3498424"/>
            <a:ext cx="377599"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42" name="Google Shape;405;p34"/>
          <p:cNvSpPr/>
          <p:nvPr/>
        </p:nvSpPr>
        <p:spPr>
          <a:xfrm>
            <a:off x="7949948" y="3796150"/>
            <a:ext cx="300885" cy="17877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43" name="Google Shape;406;p34"/>
          <p:cNvSpPr/>
          <p:nvPr/>
        </p:nvSpPr>
        <p:spPr>
          <a:xfrm rot="5400000">
            <a:off x="7019924" y="3201523"/>
            <a:ext cx="773402"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44" name="Google Shape;407;p34"/>
          <p:cNvSpPr/>
          <p:nvPr/>
        </p:nvSpPr>
        <p:spPr>
          <a:xfrm flipH="1">
            <a:off x="728558" y="3201523"/>
            <a:ext cx="488821" cy="1797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45" name="Google Shape;408;p34"/>
          <p:cNvSpPr/>
          <p:nvPr/>
        </p:nvSpPr>
        <p:spPr>
          <a:xfrm flipH="1">
            <a:off x="514320" y="3498425"/>
            <a:ext cx="57015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46" name="Google Shape;409;p34"/>
          <p:cNvSpPr/>
          <p:nvPr/>
        </p:nvSpPr>
        <p:spPr>
          <a:xfrm flipH="1">
            <a:off x="877356" y="3796150"/>
            <a:ext cx="323869" cy="17877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47" name="Google Shape;410;p34"/>
          <p:cNvSpPr/>
          <p:nvPr/>
        </p:nvSpPr>
        <p:spPr>
          <a:xfrm flipH="1">
            <a:off x="514392" y="1829923"/>
            <a:ext cx="702979" cy="1797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48" name="Google Shape;411;p34"/>
          <p:cNvSpPr/>
          <p:nvPr/>
        </p:nvSpPr>
        <p:spPr>
          <a:xfrm flipH="1">
            <a:off x="783206" y="2127250"/>
            <a:ext cx="178814" cy="1796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49" name="Google Shape;412;p34"/>
          <p:cNvSpPr/>
          <p:nvPr/>
        </p:nvSpPr>
        <p:spPr>
          <a:xfrm flipH="1">
            <a:off x="8071052" y="2126825"/>
            <a:ext cx="570068" cy="1796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550" name="Google Shape;413;p34"/>
          <p:cNvSpPr/>
          <p:nvPr/>
        </p:nvSpPr>
        <p:spPr>
          <a:xfrm flipH="1">
            <a:off x="7930660"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51" name="Google Shape;414;p34"/>
          <p:cNvSpPr txBox="1"/>
          <p:nvPr/>
        </p:nvSpPr>
        <p:spPr>
          <a:xfrm>
            <a:off x="2357433" y="2208196"/>
            <a:ext cx="1981052" cy="32167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612648">
              <a:defRPr sz="1000">
                <a:solidFill>
                  <a:srgbClr val="FFFFFF"/>
                </a:solidFill>
                <a:latin typeface="Anaheim"/>
                <a:ea typeface="Anaheim"/>
                <a:cs typeface="Anaheim"/>
                <a:sym typeface="Anaheim"/>
              </a:defRPr>
            </a:lvl1pPr>
          </a:lstStyle>
          <a:p>
            <a:pPr/>
            <a:r>
              <a:t>Création avec mêmes attributs et espace que parent</a:t>
            </a:r>
          </a:p>
        </p:txBody>
      </p:sp>
      <p:sp>
        <p:nvSpPr>
          <p:cNvPr id="552" name="Google Shape;415;p34"/>
          <p:cNvSpPr/>
          <p:nvPr/>
        </p:nvSpPr>
        <p:spPr>
          <a:xfrm>
            <a:off x="1489627" y="3357834"/>
            <a:ext cx="461177" cy="4608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8" tIns="45718" rIns="45718" bIns="45718" anchor="ctr"/>
          <a:lstStyle/>
          <a:p>
            <a:pPr>
              <a:defRPr sz="1400">
                <a:solidFill>
                  <a:srgbClr val="000000"/>
                </a:solidFill>
              </a:defRPr>
            </a:pPr>
          </a:p>
        </p:txBody>
      </p:sp>
      <p:grpSp>
        <p:nvGrpSpPr>
          <p:cNvPr id="557" name="Google Shape;416;p34"/>
          <p:cNvGrpSpPr/>
          <p:nvPr/>
        </p:nvGrpSpPr>
        <p:grpSpPr>
          <a:xfrm>
            <a:off x="7178830" y="3360346"/>
            <a:ext cx="455852" cy="455758"/>
            <a:chOff x="4" y="0"/>
            <a:chExt cx="455851" cy="455756"/>
          </a:xfrm>
        </p:grpSpPr>
        <p:sp>
          <p:nvSpPr>
            <p:cNvPr id="553" name="Google Shape;417;p34"/>
            <p:cNvSpPr/>
            <p:nvPr/>
          </p:nvSpPr>
          <p:spPr>
            <a:xfrm>
              <a:off x="1900" y="148437"/>
              <a:ext cx="113051" cy="114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54" name="Google Shape;418;p34"/>
            <p:cNvSpPr/>
            <p:nvPr/>
          </p:nvSpPr>
          <p:spPr>
            <a:xfrm>
              <a:off x="192927" y="340915"/>
              <a:ext cx="114507" cy="1126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55" name="Google Shape;419;p34"/>
            <p:cNvSpPr/>
            <p:nvPr/>
          </p:nvSpPr>
          <p:spPr>
            <a:xfrm>
              <a:off x="4" y="313466"/>
              <a:ext cx="142397" cy="142291"/>
            </a:xfrm>
            <a:custGeom>
              <a:avLst/>
              <a:gdLst/>
              <a:ahLst/>
              <a:cxnLst>
                <a:cxn ang="0">
                  <a:pos x="wd2" y="hd2"/>
                </a:cxn>
                <a:cxn ang="5400000">
                  <a:pos x="wd2" y="hd2"/>
                </a:cxn>
                <a:cxn ang="10800000">
                  <a:pos x="wd2" y="hd2"/>
                </a:cxn>
                <a:cxn ang="16200000">
                  <a:pos x="wd2" y="hd2"/>
                </a:cxn>
              </a:cxnLst>
              <a:rect l="0" t="0" r="r" b="b"/>
              <a:pathLst>
                <a:path w="21561" h="21600" fill="norm" stroke="1" extrusionOk="0">
                  <a:moveTo>
                    <a:pt x="8655" y="0"/>
                  </a:moveTo>
                  <a:cubicBezTo>
                    <a:pt x="7231" y="985"/>
                    <a:pt x="6028" y="2137"/>
                    <a:pt x="4990" y="3509"/>
                  </a:cubicBezTo>
                  <a:cubicBezTo>
                    <a:pt x="3461" y="5535"/>
                    <a:pt x="2313" y="7782"/>
                    <a:pt x="1490" y="10195"/>
                  </a:cubicBezTo>
                  <a:cubicBezTo>
                    <a:pt x="613" y="12773"/>
                    <a:pt x="122" y="15458"/>
                    <a:pt x="12" y="18202"/>
                  </a:cubicBezTo>
                  <a:cubicBezTo>
                    <a:pt x="12" y="18584"/>
                    <a:pt x="-39" y="18966"/>
                    <a:pt x="67" y="19353"/>
                  </a:cubicBezTo>
                  <a:cubicBezTo>
                    <a:pt x="122" y="19846"/>
                    <a:pt x="342" y="20283"/>
                    <a:pt x="668" y="20665"/>
                  </a:cubicBezTo>
                  <a:cubicBezTo>
                    <a:pt x="999" y="21052"/>
                    <a:pt x="1380" y="21324"/>
                    <a:pt x="1872" y="21489"/>
                  </a:cubicBezTo>
                  <a:cubicBezTo>
                    <a:pt x="2257" y="21600"/>
                    <a:pt x="2639" y="21600"/>
                    <a:pt x="3020" y="21600"/>
                  </a:cubicBezTo>
                  <a:cubicBezTo>
                    <a:pt x="5482" y="21600"/>
                    <a:pt x="7998" y="21163"/>
                    <a:pt x="10350" y="20449"/>
                  </a:cubicBezTo>
                  <a:cubicBezTo>
                    <a:pt x="14667" y="19187"/>
                    <a:pt x="18989" y="16774"/>
                    <a:pt x="21561" y="12939"/>
                  </a:cubicBezTo>
                  <a:lnTo>
                    <a:pt x="20959" y="12336"/>
                  </a:lnTo>
                  <a:cubicBezTo>
                    <a:pt x="20794" y="12391"/>
                    <a:pt x="20629" y="12497"/>
                    <a:pt x="20463" y="12552"/>
                  </a:cubicBezTo>
                  <a:cubicBezTo>
                    <a:pt x="19480" y="12939"/>
                    <a:pt x="18498" y="13376"/>
                    <a:pt x="17460" y="13703"/>
                  </a:cubicBezTo>
                  <a:cubicBezTo>
                    <a:pt x="14777" y="14638"/>
                    <a:pt x="11990" y="15241"/>
                    <a:pt x="9147" y="15623"/>
                  </a:cubicBezTo>
                  <a:cubicBezTo>
                    <a:pt x="7998" y="15789"/>
                    <a:pt x="6795" y="15900"/>
                    <a:pt x="5592" y="16005"/>
                  </a:cubicBezTo>
                  <a:cubicBezTo>
                    <a:pt x="5592" y="15844"/>
                    <a:pt x="5647" y="15734"/>
                    <a:pt x="5647" y="15568"/>
                  </a:cubicBezTo>
                  <a:cubicBezTo>
                    <a:pt x="5863" y="12663"/>
                    <a:pt x="6304" y="9812"/>
                    <a:pt x="7011" y="7017"/>
                  </a:cubicBezTo>
                  <a:cubicBezTo>
                    <a:pt x="7342" y="5645"/>
                    <a:pt x="7778" y="4328"/>
                    <a:pt x="8269" y="3016"/>
                  </a:cubicBezTo>
                  <a:cubicBezTo>
                    <a:pt x="8545" y="2192"/>
                    <a:pt x="8926" y="1423"/>
                    <a:pt x="9257" y="658"/>
                  </a:cubicBezTo>
                  <a:lnTo>
                    <a:pt x="8655" y="0"/>
                  </a:ln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56" name="Google Shape;421;p34"/>
            <p:cNvSpPr/>
            <p:nvPr/>
          </p:nvSpPr>
          <p:spPr>
            <a:xfrm>
              <a:off x="57591" y="0"/>
              <a:ext cx="398265" cy="398359"/>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
        <p:nvSpPr>
          <p:cNvPr id="558" name="Google Shape;422;p34"/>
          <p:cNvSpPr/>
          <p:nvPr/>
        </p:nvSpPr>
        <p:spPr>
          <a:xfrm>
            <a:off x="1519371" y="1986384"/>
            <a:ext cx="399743" cy="460480"/>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8" tIns="45718" rIns="45718" bIns="45718" anchor="ctr"/>
          <a:lstStyle/>
          <a:p>
            <a:pPr>
              <a:defRPr sz="1400">
                <a:solidFill>
                  <a:srgbClr val="000000"/>
                </a:solidFill>
              </a:defRPr>
            </a:pPr>
          </a:p>
        </p:txBody>
      </p:sp>
      <p:grpSp>
        <p:nvGrpSpPr>
          <p:cNvPr id="563" name="Google Shape;423;p34"/>
          <p:cNvGrpSpPr/>
          <p:nvPr/>
        </p:nvGrpSpPr>
        <p:grpSpPr>
          <a:xfrm>
            <a:off x="7190733" y="1989700"/>
            <a:ext cx="431785" cy="457168"/>
            <a:chOff x="0" y="0"/>
            <a:chExt cx="431784" cy="457167"/>
          </a:xfrm>
        </p:grpSpPr>
        <p:sp>
          <p:nvSpPr>
            <p:cNvPr id="559" name="Google Shape;424;p34"/>
            <p:cNvSpPr/>
            <p:nvPr/>
          </p:nvSpPr>
          <p:spPr>
            <a:xfrm>
              <a:off x="29660" y="395240"/>
              <a:ext cx="95542" cy="61928"/>
            </a:xfrm>
            <a:custGeom>
              <a:avLst/>
              <a:gdLst/>
              <a:ahLst/>
              <a:cxnLst>
                <a:cxn ang="0">
                  <a:pos x="wd2" y="hd2"/>
                </a:cxn>
                <a:cxn ang="5400000">
                  <a:pos x="wd2" y="hd2"/>
                </a:cxn>
                <a:cxn ang="10800000">
                  <a:pos x="wd2" y="hd2"/>
                </a:cxn>
                <a:cxn ang="16200000">
                  <a:pos x="wd2" y="hd2"/>
                </a:cxn>
              </a:cxnLst>
              <a:rect l="0" t="0" r="r" b="b"/>
              <a:pathLst>
                <a:path w="20952"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60" name="Google Shape;425;p34"/>
            <p:cNvSpPr/>
            <p:nvPr/>
          </p:nvSpPr>
          <p:spPr>
            <a:xfrm>
              <a:off x="283683" y="137623"/>
              <a:ext cx="79587" cy="81042"/>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61" name="Google Shape;426;p34"/>
            <p:cNvSpPr/>
            <p:nvPr/>
          </p:nvSpPr>
          <p:spPr>
            <a:xfrm>
              <a:off x="-1" y="-1"/>
              <a:ext cx="268708" cy="3944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562" name="Google Shape;427;p34"/>
            <p:cNvSpPr/>
            <p:nvPr/>
          </p:nvSpPr>
          <p:spPr>
            <a:xfrm>
              <a:off x="133811" y="235969"/>
              <a:ext cx="297974" cy="199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Google Shape;452;p36"/>
          <p:cNvSpPr txBox="1"/>
          <p:nvPr>
            <p:ph type="title"/>
          </p:nvPr>
        </p:nvSpPr>
        <p:spPr>
          <a:xfrm>
            <a:off x="3034705" y="863263"/>
            <a:ext cx="3074591" cy="367052"/>
          </a:xfrm>
          <a:prstGeom prst="rect">
            <a:avLst/>
          </a:prstGeom>
        </p:spPr>
        <p:txBody>
          <a:bodyPr/>
          <a:lstStyle>
            <a:lvl1pPr defTabSz="512062">
              <a:defRPr sz="1200"/>
            </a:lvl1pPr>
          </a:lstStyle>
          <a:p>
            <a:pPr/>
            <a:r>
              <a:t>Déclaration de vfork(2)</a:t>
            </a:r>
          </a:p>
        </p:txBody>
      </p:sp>
      <p:sp>
        <p:nvSpPr>
          <p:cNvPr id="566" name="Google Shape;453;p36"/>
          <p:cNvSpPr txBox="1"/>
          <p:nvPr>
            <p:ph type="body" sz="quarter" idx="1"/>
          </p:nvPr>
        </p:nvSpPr>
        <p:spPr>
          <a:xfrm>
            <a:off x="2881869" y="1847987"/>
            <a:ext cx="3380261" cy="2257626"/>
          </a:xfrm>
          <a:prstGeom prst="rect">
            <a:avLst/>
          </a:prstGeom>
        </p:spPr>
        <p:txBody>
          <a:bodyPr/>
          <a:lstStyle/>
          <a:p>
            <a:pPr indent="0"/>
            <a:r>
              <a:t>#include &lt;sys/types.h&gt;</a:t>
            </a:r>
          </a:p>
          <a:p>
            <a:pPr indent="0"/>
            <a:r>
              <a:t>#include &lt;unistd.h&gt;</a:t>
            </a:r>
          </a:p>
          <a:p>
            <a:pPr indent="0"/>
          </a:p>
          <a:p>
            <a:pPr indent="0"/>
            <a:r>
              <a:t>pid_t vfork(void);</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8" name="Google Shape;361;p30"/>
          <p:cNvSpPr txBox="1"/>
          <p:nvPr>
            <p:ph type="body" idx="1"/>
          </p:nvPr>
        </p:nvSpPr>
        <p:spPr>
          <a:xfrm>
            <a:off x="363435" y="1280481"/>
            <a:ext cx="6915254" cy="3117805"/>
          </a:xfrm>
          <a:prstGeom prst="rect">
            <a:avLst/>
          </a:prstGeom>
        </p:spPr>
        <p:txBody>
          <a:bodyPr/>
          <a:lstStyle/>
          <a:p>
            <a:pPr marL="0" indent="104139" defTabSz="749808">
              <a:buSzTx/>
              <a:buNone/>
              <a:defRPr sz="1400"/>
            </a:pPr>
            <a:r>
              <a:t>vfork() fournit une valeur de retour entière qui peut être utilisée pour différencier le père du fils ou indiquer une erreur.</a:t>
            </a:r>
          </a:p>
          <a:p>
            <a:pPr marL="0" indent="104139" defTabSz="749808">
              <a:buSzTx/>
              <a:buNone/>
              <a:defRPr sz="1400"/>
            </a:pPr>
          </a:p>
          <a:p>
            <a:pPr marL="0" indent="104139" defTabSz="749808">
              <a:buSzTx/>
              <a:buNone/>
              <a:defRPr sz="1400" u="sng"/>
            </a:pPr>
            <a:r>
              <a:t>BSD</a:t>
            </a:r>
            <a:r>
              <a:rPr u="none"/>
              <a:t> a introduit un </a:t>
            </a:r>
            <a:r>
              <a:t>appel système vfork()</a:t>
            </a:r>
            <a:r>
              <a:rPr u="none"/>
              <a:t> qui emprunte au </a:t>
            </a:r>
            <a:r>
              <a:t>père son espace d’adressage et son fils contrôle jusqu’à un appel à une fonction de la famille exec() ou _exit).</a:t>
            </a:r>
          </a:p>
          <a:p>
            <a:pPr marL="0" indent="104139" defTabSz="749808">
              <a:buSzTx/>
              <a:buNone/>
              <a:defRPr sz="1400"/>
            </a:pPr>
            <a:r>
              <a:t>Process père suspendu.</a:t>
            </a:r>
          </a:p>
          <a:p>
            <a:pPr marL="0" indent="104139" defTabSz="749808">
              <a:buSzTx/>
              <a:buNone/>
              <a:defRPr sz="1400"/>
            </a:pPr>
            <a:r>
              <a:t>Difficile à implémenter car, pour éviter de modifier les données du processus père, il faut être capable de déterminer quelles variables se trouvent dans des registres du processeur.</a:t>
            </a:r>
          </a:p>
          <a:p>
            <a:pPr marL="0" indent="104139" defTabSz="749808">
              <a:buSzTx/>
              <a:buNone/>
              <a:defRPr sz="1400"/>
            </a:pPr>
          </a:p>
          <a:p>
            <a:pPr marL="0" indent="104139" defTabSz="749808">
              <a:buSzTx/>
              <a:buNone/>
              <a:defRPr sz="1400"/>
            </a:pPr>
            <a:r>
              <a:t>Un fils peut se terminer de plusieurs manières.</a:t>
            </a:r>
          </a:p>
          <a:p>
            <a:pPr marL="0" indent="104139" defTabSz="749808">
              <a:buSzTx/>
              <a:buNone/>
              <a:defRPr sz="1400"/>
            </a:pPr>
            <a:r>
              <a:t>Fils peut pas devenir zombie 🧟‍♂️😵 -&gt; il utilise pid_t wait(int *ptr_state).</a:t>
            </a:r>
          </a:p>
        </p:txBody>
      </p:sp>
      <p:sp>
        <p:nvSpPr>
          <p:cNvPr id="569" name="Google Shape;362;p30"/>
          <p:cNvSpPr txBox="1"/>
          <p:nvPr>
            <p:ph type="title"/>
          </p:nvPr>
        </p:nvSpPr>
        <p:spPr>
          <a:xfrm>
            <a:off x="544950" y="485700"/>
            <a:ext cx="5614550" cy="669001"/>
          </a:xfrm>
          <a:prstGeom prst="rect">
            <a:avLst/>
          </a:prstGeom>
        </p:spPr>
        <p:txBody>
          <a:bodyPr/>
          <a:lstStyle/>
          <a:p>
            <a:pPr/>
            <a:r>
              <a:t>Fonctionnement</a:t>
            </a:r>
          </a:p>
        </p:txBody>
      </p:sp>
      <p:sp>
        <p:nvSpPr>
          <p:cNvPr id="570"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73" name="Google Shape;361;p30"/>
          <p:cNvSpPr txBox="1"/>
          <p:nvPr>
            <p:ph type="body" sz="half" idx="1"/>
          </p:nvPr>
        </p:nvSpPr>
        <p:spPr>
          <a:xfrm>
            <a:off x="356341" y="2888602"/>
            <a:ext cx="8431318" cy="2130902"/>
          </a:xfrm>
          <a:prstGeom prst="rect">
            <a:avLst/>
          </a:prstGeom>
        </p:spPr>
        <p:txBody>
          <a:bodyPr/>
          <a:lstStyle/>
          <a:p>
            <a:pPr marL="0" indent="97788" defTabSz="704087">
              <a:buSzTx/>
              <a:buNone/>
              <a:defRPr sz="1300"/>
            </a:pPr>
            <a:r>
              <a:t>∗ Le process enfant a un ID de process (PID) unique, qui ne correspond à aucun ID de groupe de process actif</a:t>
            </a:r>
          </a:p>
          <a:p>
            <a:pPr marL="0" indent="97788" defTabSz="704087">
              <a:buSzTx/>
              <a:buNone/>
              <a:defRPr sz="1300"/>
            </a:pPr>
            <a:r>
              <a:t>∗ L’enfant n’hérite pas des threads de son père et n’en crée pas de nouveaux</a:t>
            </a:r>
          </a:p>
          <a:p>
            <a:pPr marL="0" indent="97788" defTabSz="704087">
              <a:buSzTx/>
              <a:buNone/>
              <a:defRPr sz="1300"/>
            </a:pPr>
            <a:r>
              <a:t>(’cat /proc/$PID/status’ -&gt; section ’Threads’ ou ’Thr’)</a:t>
            </a:r>
          </a:p>
          <a:p>
            <a:pPr marL="0" indent="97788" defTabSz="704087">
              <a:buSzTx/>
              <a:buNone/>
              <a:defRPr sz="1300"/>
            </a:pPr>
          </a:p>
          <a:p>
            <a:pPr marL="0" indent="97788" defTabSz="704087">
              <a:buSzTx/>
              <a:buNone/>
              <a:defRPr sz="1300"/>
            </a:pPr>
            <a:r>
              <a:t>Le process parent est arrêté jusqu’à ce que l’enfant quitte/exécute, mais cela est antérieur aux threads.</a:t>
            </a:r>
          </a:p>
          <a:p>
            <a:pPr marL="0" indent="97788" defTabSz="704087">
              <a:buSzTx/>
              <a:buNone/>
              <a:defRPr sz="1300"/>
            </a:pPr>
            <a:r>
              <a:t>Linux, par exemple, n’arrête que le seul thread du parent qui a appelé vfork(), pas tous les threads du père.</a:t>
            </a:r>
          </a:p>
        </p:txBody>
      </p:sp>
      <p:sp>
        <p:nvSpPr>
          <p:cNvPr id="574" name="Google Shape;362;p30"/>
          <p:cNvSpPr txBox="1"/>
          <p:nvPr>
            <p:ph type="title"/>
          </p:nvPr>
        </p:nvSpPr>
        <p:spPr>
          <a:xfrm>
            <a:off x="66346" y="779292"/>
            <a:ext cx="8702662" cy="925096"/>
          </a:xfrm>
          <a:prstGeom prst="rect">
            <a:avLst/>
          </a:prstGeom>
        </p:spPr>
        <p:txBody>
          <a:bodyPr/>
          <a:lstStyle/>
          <a:p>
            <a:pPr defTabSz="630936">
              <a:defRPr sz="2000"/>
            </a:pPr>
            <a:r>
              <a:t>Espace d’adressage du père non dupliqué, mais partagé avec le fils,</a:t>
            </a:r>
          </a:p>
          <a:p>
            <a:pPr defTabSz="630936">
              <a:defRPr sz="2000"/>
            </a:pPr>
            <a:r>
              <a:t>d’où le fait que le père soit mis en pause</a:t>
            </a:r>
          </a:p>
        </p:txBody>
      </p:sp>
      <p:grpSp>
        <p:nvGrpSpPr>
          <p:cNvPr id="577" name="Google Shape;452;p36"/>
          <p:cNvGrpSpPr/>
          <p:nvPr/>
        </p:nvGrpSpPr>
        <p:grpSpPr>
          <a:xfrm>
            <a:off x="3155654" y="43761"/>
            <a:ext cx="2688129" cy="538302"/>
            <a:chOff x="0" y="0"/>
            <a:chExt cx="2688127" cy="538301"/>
          </a:xfrm>
        </p:grpSpPr>
        <p:sp>
          <p:nvSpPr>
            <p:cNvPr id="575" name="Rectangle"/>
            <p:cNvSpPr/>
            <p:nvPr/>
          </p:nvSpPr>
          <p:spPr>
            <a:xfrm>
              <a:off x="-1" y="-1"/>
              <a:ext cx="2688129" cy="538302"/>
            </a:xfrm>
            <a:prstGeom prst="rect">
              <a:avLst/>
            </a:prstGeom>
            <a:solidFill>
              <a:schemeClr val="accent2"/>
            </a:solidFill>
            <a:ln w="12700" cap="flat">
              <a:noFill/>
              <a:miter lim="400000"/>
            </a:ln>
            <a:effectLst/>
          </p:spPr>
          <p:txBody>
            <a:bodyPr wrap="square" lIns="45718" tIns="45718" rIns="45718" bIns="45718"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76" name="Particularités"/>
            <p:cNvSpPr txBox="1"/>
            <p:nvPr/>
          </p:nvSpPr>
          <p:spPr>
            <a:xfrm>
              <a:off x="-1" y="12625"/>
              <a:ext cx="2688129" cy="513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b="1" sz="2200">
                  <a:solidFill>
                    <a:srgbClr val="FFFFFF"/>
                  </a:solidFill>
                  <a:latin typeface="Overpass Mono"/>
                  <a:ea typeface="Overpass Mono"/>
                  <a:cs typeface="Overpass Mono"/>
                  <a:sym typeface="Overpass Mono"/>
                </a:defRPr>
              </a:lvl1pPr>
            </a:lstStyle>
            <a:p>
              <a:pPr/>
              <a:r>
                <a:t>Particularités</a:t>
              </a:r>
            </a:p>
          </p:txBody>
        </p:sp>
      </p:grpSp>
      <p:sp>
        <p:nvSpPr>
          <p:cNvPr id="578" name="Google Shape;362;p30"/>
          <p:cNvSpPr txBox="1"/>
          <p:nvPr/>
        </p:nvSpPr>
        <p:spPr>
          <a:xfrm>
            <a:off x="103187" y="2101206"/>
            <a:ext cx="8937626" cy="6690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lvl1pPr defTabSz="667512">
              <a:defRPr b="1" sz="2100">
                <a:solidFill>
                  <a:schemeClr val="accent2"/>
                </a:solidFill>
                <a:latin typeface="Overpass Mono"/>
                <a:ea typeface="Overpass Mono"/>
                <a:cs typeface="Overpass Mono"/>
                <a:sym typeface="Overpass Mono"/>
              </a:defRPr>
            </a:lvl1pPr>
          </a:lstStyle>
          <a:p>
            <a:pPr/>
            <a:r>
              <a:t>Copie presqu’exacte du père sauf pour notamment ces éléments :</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Google Shape;452;p36"/>
          <p:cNvSpPr txBox="1"/>
          <p:nvPr>
            <p:ph type="title"/>
          </p:nvPr>
        </p:nvSpPr>
        <p:spPr>
          <a:xfrm>
            <a:off x="3227937" y="133013"/>
            <a:ext cx="2688127" cy="538302"/>
          </a:xfrm>
          <a:prstGeom prst="rect">
            <a:avLst/>
          </a:prstGeom>
        </p:spPr>
        <p:txBody>
          <a:bodyPr/>
          <a:lstStyle>
            <a:lvl1pPr defTabSz="813816">
              <a:defRPr sz="1900"/>
            </a:lvl1pPr>
          </a:lstStyle>
          <a:p>
            <a:pPr/>
            <a:r>
              <a:t>Problèmes éventuels</a:t>
            </a:r>
          </a:p>
        </p:txBody>
      </p:sp>
      <p:sp>
        <p:nvSpPr>
          <p:cNvPr id="581" name="Google Shape;453;p36"/>
          <p:cNvSpPr txBox="1"/>
          <p:nvPr>
            <p:ph type="body" idx="1"/>
          </p:nvPr>
        </p:nvSpPr>
        <p:spPr>
          <a:xfrm>
            <a:off x="115651" y="834145"/>
            <a:ext cx="8912698" cy="4045760"/>
          </a:xfrm>
          <a:prstGeom prst="rect">
            <a:avLst/>
          </a:prstGeom>
        </p:spPr>
        <p:txBody>
          <a:bodyPr/>
          <a:lstStyle/>
          <a:p>
            <a:pPr indent="0" defTabSz="850391">
              <a:defRPr sz="1400"/>
            </a:pPr>
            <a:r>
              <a:t>La page de manuel de BSD indique que cet appel système sera supprimé quand des mécanismes de partage appropriés seront implémentés, et qu’il ne faut pas essayer de tirer profit du partage mémoire induit par vfork(), car dans ce cas, il sera rendu synonyme de fork(2) (cfr. problèmes sur PopOS Intel sur VM, MacOS Intel, MacOS Intel OpenSUSE VM, MacOS ARM OpenSUSE VM)</a:t>
            </a:r>
          </a:p>
          <a:p>
            <a:pPr indent="0" defTabSz="850391">
              <a:defRPr sz="1400"/>
            </a:pPr>
          </a:p>
          <a:p>
            <a:pPr indent="0" defTabSz="850391">
              <a:defRPr sz="1400"/>
            </a:pPr>
            <a:r>
              <a:t>Les détails de la gestion des signaux sont compliqués, et varient suivant les systèmes</a:t>
            </a:r>
          </a:p>
          <a:p>
            <a:pPr indent="0" defTabSz="850391">
              <a:defRPr sz="1400"/>
            </a:pPr>
            <a:r>
              <a:t>Lors de l’utilisation de vfork(), il arrive souvent que ce message apparaisse lors</a:t>
            </a:r>
          </a:p>
          <a:p>
            <a:pPr indent="0" defTabSz="850391">
              <a:defRPr sz="1400"/>
            </a:pPr>
            <a:r>
              <a:t>de la compilation, ce qui montre, par exemple, que l’exécution diffère d’un système</a:t>
            </a:r>
          </a:p>
          <a:p>
            <a:pPr indent="0" defTabSz="850391">
              <a:defRPr sz="1400"/>
            </a:pPr>
            <a:r>
              <a:t>à un autre :</a:t>
            </a:r>
          </a:p>
          <a:p>
            <a:pPr indent="0" defTabSz="850391">
              <a:defRPr sz="1400">
                <a:solidFill>
                  <a:srgbClr val="FBE600"/>
                </a:solidFill>
              </a:defRPr>
            </a:pPr>
            <a:r>
              <a:t>This system call is deprecated. In a future release, it may begin to return</a:t>
            </a:r>
          </a:p>
          <a:p>
            <a:pPr indent="0" defTabSz="850391">
              <a:defRPr sz="1400">
                <a:solidFill>
                  <a:srgbClr val="FBE600"/>
                </a:solidFill>
              </a:defRPr>
            </a:pPr>
            <a:r>
              <a:t>errors in all cases, or may be removed entirely. It is extremely strongly recommended</a:t>
            </a:r>
          </a:p>
          <a:p>
            <a:pPr indent="0" defTabSz="850391">
              <a:defRPr sz="1400">
                <a:solidFill>
                  <a:srgbClr val="FBE600"/>
                </a:solidFill>
              </a:defRPr>
            </a:pPr>
            <a:r>
              <a:t>to replace all uses with fork(2) or, ideally, posix_spawn(3).</a:t>
            </a:r>
          </a:p>
          <a:p>
            <a:pPr indent="0" defTabSz="850391">
              <a:defRPr sz="1400">
                <a:solidFill>
                  <a:schemeClr val="accent2"/>
                </a:solidFill>
              </a:defRPr>
            </a:pPr>
          </a:p>
          <a:p>
            <a:pPr indent="0" defTabSz="850391">
              <a:defRPr sz="1400"/>
            </a:pPr>
            <a:r>
              <a:t>Mais vfork() a les avantages de fork, et aucun de ses inconvénients !</a:t>
            </a:r>
          </a:p>
          <a:p>
            <a:pPr indent="0" defTabSz="850391">
              <a:defRPr sz="1400"/>
            </a:pPr>
            <a:r>
              <a:t>vfork() a un inconvénient : que le parent (en particulier : le thread dans le parent qui appelle</a:t>
            </a:r>
          </a:p>
          <a:p>
            <a:pPr indent="0" defTabSz="850391">
              <a:defRPr sz="1400"/>
            </a:pPr>
            <a:r>
              <a:t>vfork()) et l’enfant partagent une pile, ce qui nécessite que le thread du parent ayant appelé vfork soit arrêté jusqu’à ce que l’enfant exec()s ou _exit( ).</a:t>
            </a:r>
          </a:p>
          <a:p>
            <a:pPr indent="0" defTabSz="850391">
              <a:defRPr sz="1400"/>
            </a:pPr>
            <a:r>
              <a:t>Solution pour threads : utiliser nouvelle pile.</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3" name="Google Shape;506;p38"/>
          <p:cNvSpPr txBox="1"/>
          <p:nvPr>
            <p:ph type="body" sz="quarter" idx="1"/>
          </p:nvPr>
        </p:nvSpPr>
        <p:spPr>
          <a:xfrm>
            <a:off x="311699" y="3306869"/>
            <a:ext cx="8520602" cy="651002"/>
          </a:xfrm>
          <a:prstGeom prst="rect">
            <a:avLst/>
          </a:prstGeom>
        </p:spPr>
        <p:txBody>
          <a:bodyPr/>
          <a:lstStyle/>
          <a:p>
            <a:pPr/>
          </a:p>
        </p:txBody>
      </p:sp>
      <p:sp>
        <p:nvSpPr>
          <p:cNvPr id="584" name="Google Shape;507;p38"/>
          <p:cNvSpPr txBox="1"/>
          <p:nvPr>
            <p:ph type="title"/>
          </p:nvPr>
        </p:nvSpPr>
        <p:spPr>
          <a:xfrm>
            <a:off x="311699" y="1847849"/>
            <a:ext cx="8520602" cy="1382703"/>
          </a:xfrm>
          <a:prstGeom prst="rect">
            <a:avLst/>
          </a:prstGeom>
        </p:spPr>
        <p:txBody>
          <a:bodyPr/>
          <a:lstStyle>
            <a:lvl1pPr defTabSz="667512">
              <a:defRPr sz="9100"/>
            </a:lvl1pPr>
          </a:lstStyle>
          <a:p>
            <a:pPr/>
            <a:r>
              <a:t>Code</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6" name="Google Shape;386;p34"/>
          <p:cNvSpPr txBox="1"/>
          <p:nvPr>
            <p:ph type="title"/>
          </p:nvPr>
        </p:nvSpPr>
        <p:spPr>
          <a:xfrm>
            <a:off x="1278049" y="343200"/>
            <a:ext cx="6588002" cy="669001"/>
          </a:xfrm>
          <a:prstGeom prst="rect">
            <a:avLst/>
          </a:prstGeom>
        </p:spPr>
        <p:txBody>
          <a:bodyPr lIns="91423" tIns="91423" rIns="91423" bIns="91423" anchor="t"/>
          <a:lstStyle>
            <a:lvl1pPr algn="ctr">
              <a:defRPr sz="3000">
                <a:solidFill>
                  <a:schemeClr val="accent2"/>
                </a:solidFill>
              </a:defRPr>
            </a:lvl1pPr>
          </a:lstStyle>
          <a:p>
            <a:pPr/>
            <a:r>
              <a:t>clone()</a:t>
            </a:r>
          </a:p>
        </p:txBody>
      </p:sp>
      <p:sp>
        <p:nvSpPr>
          <p:cNvPr id="587" name="Google Shape;387;p34"/>
          <p:cNvSpPr/>
          <p:nvPr/>
        </p:nvSpPr>
        <p:spPr>
          <a:xfrm flipH="1">
            <a:off x="7903723" y="1829923"/>
            <a:ext cx="407860" cy="1797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88" name="Google Shape;388;p34"/>
          <p:cNvSpPr/>
          <p:nvPr/>
        </p:nvSpPr>
        <p:spPr>
          <a:xfrm flipH="1">
            <a:off x="1187624" y="3498425"/>
            <a:ext cx="218364"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89" name="Google Shape;389;p34"/>
          <p:cNvSpPr/>
          <p:nvPr/>
        </p:nvSpPr>
        <p:spPr>
          <a:xfrm flipH="1">
            <a:off x="1082119" y="2126825"/>
            <a:ext cx="323908"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90" name="Google Shape;390;p34"/>
          <p:cNvSpPr/>
          <p:nvPr/>
        </p:nvSpPr>
        <p:spPr>
          <a:xfrm>
            <a:off x="7737378" y="3498425"/>
            <a:ext cx="407812" cy="179600"/>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91" name="Google Shape;391;p34"/>
          <p:cNvSpPr/>
          <p:nvPr/>
        </p:nvSpPr>
        <p:spPr>
          <a:xfrm flipH="1">
            <a:off x="7734273" y="2126825"/>
            <a:ext cx="21840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592" name="Google Shape;392;p34"/>
          <p:cNvSpPr/>
          <p:nvPr/>
        </p:nvSpPr>
        <p:spPr>
          <a:xfrm flipH="1">
            <a:off x="637061"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593" name="Google Shape;393;p34"/>
          <p:cNvSpPr/>
          <p:nvPr/>
        </p:nvSpPr>
        <p:spPr>
          <a:xfrm flipH="1" rot="16200000">
            <a:off x="1333499" y="1829923"/>
            <a:ext cx="773403"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594" name="Google Shape;394;p34"/>
          <p:cNvSpPr txBox="1"/>
          <p:nvPr/>
        </p:nvSpPr>
        <p:spPr>
          <a:xfrm>
            <a:off x="2357433" y="1775348"/>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solidFill>
                  <a:srgbClr val="FFFFFF"/>
                </a:solidFill>
                <a:latin typeface="Overpass Mono"/>
                <a:ea typeface="Overpass Mono"/>
                <a:cs typeface="Overpass Mono"/>
                <a:sym typeface="Overpass Mono"/>
              </a:defRPr>
            </a:lvl1pPr>
          </a:lstStyle>
          <a:p>
            <a:pPr/>
            <a:r>
              <a:t>Qu’est-ce</a:t>
            </a:r>
          </a:p>
        </p:txBody>
      </p:sp>
      <p:sp>
        <p:nvSpPr>
          <p:cNvPr id="595" name="Google Shape;395;p34"/>
          <p:cNvSpPr txBox="1"/>
          <p:nvPr/>
        </p:nvSpPr>
        <p:spPr>
          <a:xfrm>
            <a:off x="4805612" y="1775427"/>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Historique</a:t>
            </a:r>
          </a:p>
        </p:txBody>
      </p:sp>
      <p:sp>
        <p:nvSpPr>
          <p:cNvPr id="596" name="Google Shape;396;p34"/>
          <p:cNvSpPr txBox="1"/>
          <p:nvPr>
            <p:ph type="body" sz="quarter" idx="1"/>
          </p:nvPr>
        </p:nvSpPr>
        <p:spPr>
          <a:xfrm>
            <a:off x="4714175" y="2208197"/>
            <a:ext cx="2163902" cy="413100"/>
          </a:xfrm>
          <a:prstGeom prst="rect">
            <a:avLst/>
          </a:prstGeom>
        </p:spPr>
        <p:txBody>
          <a:bodyPr/>
          <a:lstStyle>
            <a:lvl1pPr marL="0" indent="0" defTabSz="886967">
              <a:defRPr sz="1300"/>
            </a:lvl1pPr>
          </a:lstStyle>
          <a:p>
            <a:pPr/>
            <a:r>
              <a:t>2003 avec NPTL qui fait partie de BSD</a:t>
            </a:r>
          </a:p>
        </p:txBody>
      </p:sp>
      <p:sp>
        <p:nvSpPr>
          <p:cNvPr id="597" name="Google Shape;397;p34"/>
          <p:cNvSpPr txBox="1"/>
          <p:nvPr/>
        </p:nvSpPr>
        <p:spPr>
          <a:xfrm>
            <a:off x="2357426" y="3155675"/>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00">
                <a:solidFill>
                  <a:srgbClr val="FFFFFF"/>
                </a:solidFill>
                <a:latin typeface="Overpass Mono"/>
                <a:ea typeface="Overpass Mono"/>
                <a:cs typeface="Overpass Mono"/>
                <a:sym typeface="Overpass Mono"/>
              </a:defRPr>
            </a:lvl1pPr>
          </a:lstStyle>
          <a:p>
            <a:pPr/>
            <a:r>
              <a:t>Valeur de retour</a:t>
            </a:r>
          </a:p>
        </p:txBody>
      </p:sp>
      <p:sp>
        <p:nvSpPr>
          <p:cNvPr id="598" name="Google Shape;398;p34"/>
          <p:cNvSpPr txBox="1"/>
          <p:nvPr/>
        </p:nvSpPr>
        <p:spPr>
          <a:xfrm>
            <a:off x="2357424" y="3585924"/>
            <a:ext cx="2163902" cy="59922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557783">
              <a:defRPr sz="900">
                <a:solidFill>
                  <a:srgbClr val="FFFFFF"/>
                </a:solidFill>
                <a:latin typeface="Anaheim"/>
                <a:ea typeface="Anaheim"/>
                <a:cs typeface="Anaheim"/>
                <a:sym typeface="Anaheim"/>
              </a:defRPr>
            </a:pPr>
            <a:r>
              <a:t>-1 ou PID de l’enfant pour le père</a:t>
            </a:r>
          </a:p>
          <a:p>
            <a:pPr defTabSz="557783">
              <a:defRPr sz="900">
                <a:solidFill>
                  <a:srgbClr val="FFFFFF"/>
                </a:solidFill>
                <a:latin typeface="Anaheim"/>
                <a:ea typeface="Anaheim"/>
                <a:cs typeface="Anaheim"/>
                <a:sym typeface="Anaheim"/>
              </a:defRPr>
            </a:pPr>
            <a:r>
              <a:t>Clone() point vers fn qui retourne un int utilisé par l’enfant comme val de return</a:t>
            </a:r>
          </a:p>
        </p:txBody>
      </p:sp>
      <p:sp>
        <p:nvSpPr>
          <p:cNvPr id="599" name="Google Shape;399;p34"/>
          <p:cNvSpPr txBox="1"/>
          <p:nvPr/>
        </p:nvSpPr>
        <p:spPr>
          <a:xfrm>
            <a:off x="4805624" y="3155754"/>
            <a:ext cx="1981052" cy="356702"/>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solidFill>
                  <a:srgbClr val="FFFFFF"/>
                </a:solidFill>
                <a:latin typeface="Overpass Mono"/>
                <a:ea typeface="Overpass Mono"/>
                <a:cs typeface="Overpass Mono"/>
                <a:sym typeface="Overpass Mono"/>
              </a:defRPr>
            </a:lvl1pPr>
          </a:lstStyle>
          <a:p>
            <a:pPr/>
            <a:r>
              <a:t>Particularités</a:t>
            </a:r>
          </a:p>
        </p:txBody>
      </p:sp>
      <p:sp>
        <p:nvSpPr>
          <p:cNvPr id="600" name="Google Shape;400;p34"/>
          <p:cNvSpPr txBox="1"/>
          <p:nvPr/>
        </p:nvSpPr>
        <p:spPr>
          <a:xfrm>
            <a:off x="4771857" y="3585924"/>
            <a:ext cx="2014793" cy="46081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defTabSz="612648">
              <a:defRPr sz="1000">
                <a:solidFill>
                  <a:srgbClr val="FFFFFF"/>
                </a:solidFill>
                <a:latin typeface="Anaheim"/>
                <a:ea typeface="Anaheim"/>
                <a:cs typeface="Anaheim"/>
                <a:sym typeface="Anaheim"/>
              </a:defRPr>
            </a:lvl1pPr>
          </a:lstStyle>
          <a:p>
            <a:pPr/>
            <a:r>
              <a:t>Grâce aux flags, possible de manier certains paramètres de création du process fils</a:t>
            </a:r>
          </a:p>
        </p:txBody>
      </p:sp>
      <p:sp>
        <p:nvSpPr>
          <p:cNvPr id="601" name="Google Shape;401;p34"/>
          <p:cNvSpPr/>
          <p:nvPr/>
        </p:nvSpPr>
        <p:spPr>
          <a:xfrm>
            <a:off x="7019924" y="18299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02" name="Google Shape;402;p34"/>
          <p:cNvSpPr/>
          <p:nvPr/>
        </p:nvSpPr>
        <p:spPr>
          <a:xfrm flipH="1" rot="10800000">
            <a:off x="1333499" y="3201523"/>
            <a:ext cx="773403" cy="773402"/>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03" name="Google Shape;403;p34"/>
          <p:cNvSpPr/>
          <p:nvPr/>
        </p:nvSpPr>
        <p:spPr>
          <a:xfrm>
            <a:off x="7935194" y="3200674"/>
            <a:ext cx="471465" cy="1797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604" name="Google Shape;404;p34"/>
          <p:cNvSpPr/>
          <p:nvPr/>
        </p:nvSpPr>
        <p:spPr>
          <a:xfrm>
            <a:off x="8250834" y="3498424"/>
            <a:ext cx="377599"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605" name="Google Shape;405;p34"/>
          <p:cNvSpPr/>
          <p:nvPr/>
        </p:nvSpPr>
        <p:spPr>
          <a:xfrm>
            <a:off x="7949948" y="3796150"/>
            <a:ext cx="300885" cy="178774"/>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606" name="Google Shape;406;p34"/>
          <p:cNvSpPr/>
          <p:nvPr/>
        </p:nvSpPr>
        <p:spPr>
          <a:xfrm rot="5400000">
            <a:off x="7019924" y="3201523"/>
            <a:ext cx="773402" cy="77340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607" name="Google Shape;407;p34"/>
          <p:cNvSpPr/>
          <p:nvPr/>
        </p:nvSpPr>
        <p:spPr>
          <a:xfrm flipH="1">
            <a:off x="728558" y="3201523"/>
            <a:ext cx="488821" cy="1797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08" name="Google Shape;408;p34"/>
          <p:cNvSpPr/>
          <p:nvPr/>
        </p:nvSpPr>
        <p:spPr>
          <a:xfrm flipH="1">
            <a:off x="514320" y="3498425"/>
            <a:ext cx="570156" cy="1796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609" name="Google Shape;409;p34"/>
          <p:cNvSpPr/>
          <p:nvPr/>
        </p:nvSpPr>
        <p:spPr>
          <a:xfrm flipH="1">
            <a:off x="877356" y="3796150"/>
            <a:ext cx="323869" cy="178774"/>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10" name="Google Shape;410;p34"/>
          <p:cNvSpPr/>
          <p:nvPr/>
        </p:nvSpPr>
        <p:spPr>
          <a:xfrm flipH="1">
            <a:off x="514392" y="1829923"/>
            <a:ext cx="702979" cy="179700"/>
          </a:xfrm>
          <a:prstGeom prst="rect">
            <a:avLst/>
          </a:prstGeom>
          <a:solidFill>
            <a:srgbClr val="FFFFFF"/>
          </a:solidFill>
          <a:ln w="12700">
            <a:miter lim="400000"/>
          </a:ln>
        </p:spPr>
        <p:txBody>
          <a:bodyPr lIns="45718" tIns="45718" rIns="45718" bIns="45718" anchor="ctr"/>
          <a:lstStyle/>
          <a:p>
            <a:pPr>
              <a:defRPr sz="1400">
                <a:solidFill>
                  <a:srgbClr val="000000"/>
                </a:solidFill>
              </a:defRPr>
            </a:pPr>
          </a:p>
        </p:txBody>
      </p:sp>
      <p:sp>
        <p:nvSpPr>
          <p:cNvPr id="611" name="Google Shape;411;p34"/>
          <p:cNvSpPr/>
          <p:nvPr/>
        </p:nvSpPr>
        <p:spPr>
          <a:xfrm flipH="1">
            <a:off x="783206" y="2127250"/>
            <a:ext cx="178814" cy="179600"/>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
        <p:nvSpPr>
          <p:cNvPr id="612" name="Google Shape;412;p34"/>
          <p:cNvSpPr/>
          <p:nvPr/>
        </p:nvSpPr>
        <p:spPr>
          <a:xfrm flipH="1">
            <a:off x="8071052" y="2126825"/>
            <a:ext cx="570068" cy="179600"/>
          </a:xfrm>
          <a:prstGeom prst="rect">
            <a:avLst/>
          </a:prstGeom>
          <a:solidFill>
            <a:schemeClr val="accent3"/>
          </a:solidFill>
          <a:ln w="12700">
            <a:miter lim="400000"/>
          </a:ln>
        </p:spPr>
        <p:txBody>
          <a:bodyPr lIns="45718" tIns="45718" rIns="45718" bIns="45718" anchor="ctr"/>
          <a:lstStyle/>
          <a:p>
            <a:pPr>
              <a:defRPr sz="1400">
                <a:solidFill>
                  <a:srgbClr val="000000"/>
                </a:solidFill>
              </a:defRPr>
            </a:pPr>
          </a:p>
        </p:txBody>
      </p:sp>
      <p:sp>
        <p:nvSpPr>
          <p:cNvPr id="613" name="Google Shape;413;p34"/>
          <p:cNvSpPr/>
          <p:nvPr/>
        </p:nvSpPr>
        <p:spPr>
          <a:xfrm flipH="1">
            <a:off x="7930660" y="2424551"/>
            <a:ext cx="471452" cy="178775"/>
          </a:xfrm>
          <a:prstGeom prst="rect">
            <a:avLst/>
          </a:prstGeom>
          <a:solidFill>
            <a:srgbClr val="FFFFFF">
              <a:alpha val="31370"/>
            </a:srgbClr>
          </a:solidFill>
          <a:ln w="12700">
            <a:miter lim="400000"/>
          </a:ln>
        </p:spPr>
        <p:txBody>
          <a:bodyPr lIns="45718" tIns="45718" rIns="45718" bIns="45718" anchor="ctr"/>
          <a:lstStyle/>
          <a:p>
            <a:pPr>
              <a:defRPr sz="1400">
                <a:solidFill>
                  <a:srgbClr val="000000"/>
                </a:solidFill>
              </a:defRPr>
            </a:pPr>
          </a:p>
        </p:txBody>
      </p:sp>
      <p:sp>
        <p:nvSpPr>
          <p:cNvPr id="614" name="Google Shape;414;p34"/>
          <p:cNvSpPr txBox="1"/>
          <p:nvPr/>
        </p:nvSpPr>
        <p:spPr>
          <a:xfrm>
            <a:off x="2357433" y="2208196"/>
            <a:ext cx="1981052" cy="32167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539494">
              <a:defRPr sz="900">
                <a:solidFill>
                  <a:srgbClr val="FFFFFF"/>
                </a:solidFill>
                <a:latin typeface="Anaheim"/>
                <a:ea typeface="Anaheim"/>
                <a:cs typeface="Anaheim"/>
                <a:sym typeface="Anaheim"/>
              </a:defRPr>
            </a:lvl1pPr>
          </a:lstStyle>
          <a:p>
            <a:pPr/>
            <a:r>
              <a:t>Création avec duplication ou non des attributs et espaces que le parent</a:t>
            </a:r>
          </a:p>
        </p:txBody>
      </p:sp>
      <p:sp>
        <p:nvSpPr>
          <p:cNvPr id="615" name="Google Shape;415;p34"/>
          <p:cNvSpPr/>
          <p:nvPr/>
        </p:nvSpPr>
        <p:spPr>
          <a:xfrm>
            <a:off x="1489627" y="3357834"/>
            <a:ext cx="461177" cy="4608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8" tIns="45718" rIns="45718" bIns="45718" anchor="ctr"/>
          <a:lstStyle/>
          <a:p>
            <a:pPr>
              <a:defRPr sz="1400">
                <a:solidFill>
                  <a:srgbClr val="000000"/>
                </a:solidFill>
              </a:defRPr>
            </a:pPr>
          </a:p>
        </p:txBody>
      </p:sp>
      <p:grpSp>
        <p:nvGrpSpPr>
          <p:cNvPr id="620" name="Google Shape;416;p34"/>
          <p:cNvGrpSpPr/>
          <p:nvPr/>
        </p:nvGrpSpPr>
        <p:grpSpPr>
          <a:xfrm>
            <a:off x="7178830" y="3360346"/>
            <a:ext cx="455852" cy="455758"/>
            <a:chOff x="4" y="0"/>
            <a:chExt cx="455851" cy="455756"/>
          </a:xfrm>
        </p:grpSpPr>
        <p:sp>
          <p:nvSpPr>
            <p:cNvPr id="616" name="Google Shape;417;p34"/>
            <p:cNvSpPr/>
            <p:nvPr/>
          </p:nvSpPr>
          <p:spPr>
            <a:xfrm>
              <a:off x="1900" y="148437"/>
              <a:ext cx="113051" cy="114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17" name="Google Shape;418;p34"/>
            <p:cNvSpPr/>
            <p:nvPr/>
          </p:nvSpPr>
          <p:spPr>
            <a:xfrm>
              <a:off x="192927" y="340915"/>
              <a:ext cx="114507" cy="1126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18" name="Google Shape;419;p34"/>
            <p:cNvSpPr/>
            <p:nvPr/>
          </p:nvSpPr>
          <p:spPr>
            <a:xfrm>
              <a:off x="4" y="313466"/>
              <a:ext cx="142397" cy="142291"/>
            </a:xfrm>
            <a:custGeom>
              <a:avLst/>
              <a:gdLst/>
              <a:ahLst/>
              <a:cxnLst>
                <a:cxn ang="0">
                  <a:pos x="wd2" y="hd2"/>
                </a:cxn>
                <a:cxn ang="5400000">
                  <a:pos x="wd2" y="hd2"/>
                </a:cxn>
                <a:cxn ang="10800000">
                  <a:pos x="wd2" y="hd2"/>
                </a:cxn>
                <a:cxn ang="16200000">
                  <a:pos x="wd2" y="hd2"/>
                </a:cxn>
              </a:cxnLst>
              <a:rect l="0" t="0" r="r" b="b"/>
              <a:pathLst>
                <a:path w="21561" h="21600" fill="norm" stroke="1" extrusionOk="0">
                  <a:moveTo>
                    <a:pt x="8655" y="0"/>
                  </a:moveTo>
                  <a:cubicBezTo>
                    <a:pt x="7231" y="985"/>
                    <a:pt x="6028" y="2137"/>
                    <a:pt x="4990" y="3509"/>
                  </a:cubicBezTo>
                  <a:cubicBezTo>
                    <a:pt x="3461" y="5535"/>
                    <a:pt x="2313" y="7782"/>
                    <a:pt x="1490" y="10195"/>
                  </a:cubicBezTo>
                  <a:cubicBezTo>
                    <a:pt x="613" y="12773"/>
                    <a:pt x="122" y="15458"/>
                    <a:pt x="12" y="18202"/>
                  </a:cubicBezTo>
                  <a:cubicBezTo>
                    <a:pt x="12" y="18584"/>
                    <a:pt x="-39" y="18966"/>
                    <a:pt x="67" y="19353"/>
                  </a:cubicBezTo>
                  <a:cubicBezTo>
                    <a:pt x="122" y="19846"/>
                    <a:pt x="342" y="20283"/>
                    <a:pt x="668" y="20665"/>
                  </a:cubicBezTo>
                  <a:cubicBezTo>
                    <a:pt x="999" y="21052"/>
                    <a:pt x="1380" y="21324"/>
                    <a:pt x="1872" y="21489"/>
                  </a:cubicBezTo>
                  <a:cubicBezTo>
                    <a:pt x="2257" y="21600"/>
                    <a:pt x="2639" y="21600"/>
                    <a:pt x="3020" y="21600"/>
                  </a:cubicBezTo>
                  <a:cubicBezTo>
                    <a:pt x="5482" y="21600"/>
                    <a:pt x="7998" y="21163"/>
                    <a:pt x="10350" y="20449"/>
                  </a:cubicBezTo>
                  <a:cubicBezTo>
                    <a:pt x="14667" y="19187"/>
                    <a:pt x="18989" y="16774"/>
                    <a:pt x="21561" y="12939"/>
                  </a:cubicBezTo>
                  <a:lnTo>
                    <a:pt x="20959" y="12336"/>
                  </a:lnTo>
                  <a:cubicBezTo>
                    <a:pt x="20794" y="12391"/>
                    <a:pt x="20629" y="12497"/>
                    <a:pt x="20463" y="12552"/>
                  </a:cubicBezTo>
                  <a:cubicBezTo>
                    <a:pt x="19480" y="12939"/>
                    <a:pt x="18498" y="13376"/>
                    <a:pt x="17460" y="13703"/>
                  </a:cubicBezTo>
                  <a:cubicBezTo>
                    <a:pt x="14777" y="14638"/>
                    <a:pt x="11990" y="15241"/>
                    <a:pt x="9147" y="15623"/>
                  </a:cubicBezTo>
                  <a:cubicBezTo>
                    <a:pt x="7998" y="15789"/>
                    <a:pt x="6795" y="15900"/>
                    <a:pt x="5592" y="16005"/>
                  </a:cubicBezTo>
                  <a:cubicBezTo>
                    <a:pt x="5592" y="15844"/>
                    <a:pt x="5647" y="15734"/>
                    <a:pt x="5647" y="15568"/>
                  </a:cubicBezTo>
                  <a:cubicBezTo>
                    <a:pt x="5863" y="12663"/>
                    <a:pt x="6304" y="9812"/>
                    <a:pt x="7011" y="7017"/>
                  </a:cubicBezTo>
                  <a:cubicBezTo>
                    <a:pt x="7342" y="5645"/>
                    <a:pt x="7778" y="4328"/>
                    <a:pt x="8269" y="3016"/>
                  </a:cubicBezTo>
                  <a:cubicBezTo>
                    <a:pt x="8545" y="2192"/>
                    <a:pt x="8926" y="1423"/>
                    <a:pt x="9257" y="658"/>
                  </a:cubicBezTo>
                  <a:lnTo>
                    <a:pt x="8655" y="0"/>
                  </a:ln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19" name="Google Shape;421;p34"/>
            <p:cNvSpPr/>
            <p:nvPr/>
          </p:nvSpPr>
          <p:spPr>
            <a:xfrm>
              <a:off x="57591" y="0"/>
              <a:ext cx="398265" cy="398359"/>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
        <p:nvSpPr>
          <p:cNvPr id="621" name="Google Shape;422;p34"/>
          <p:cNvSpPr/>
          <p:nvPr/>
        </p:nvSpPr>
        <p:spPr>
          <a:xfrm>
            <a:off x="1519371" y="1986384"/>
            <a:ext cx="399743" cy="460480"/>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8" tIns="45718" rIns="45718" bIns="45718" anchor="ctr"/>
          <a:lstStyle/>
          <a:p>
            <a:pPr>
              <a:defRPr sz="1400">
                <a:solidFill>
                  <a:srgbClr val="000000"/>
                </a:solidFill>
              </a:defRPr>
            </a:pPr>
          </a:p>
        </p:txBody>
      </p:sp>
      <p:grpSp>
        <p:nvGrpSpPr>
          <p:cNvPr id="626" name="Google Shape;423;p34"/>
          <p:cNvGrpSpPr/>
          <p:nvPr/>
        </p:nvGrpSpPr>
        <p:grpSpPr>
          <a:xfrm>
            <a:off x="7190733" y="1989700"/>
            <a:ext cx="431785" cy="457168"/>
            <a:chOff x="0" y="0"/>
            <a:chExt cx="431784" cy="457167"/>
          </a:xfrm>
        </p:grpSpPr>
        <p:sp>
          <p:nvSpPr>
            <p:cNvPr id="622" name="Google Shape;424;p34"/>
            <p:cNvSpPr/>
            <p:nvPr/>
          </p:nvSpPr>
          <p:spPr>
            <a:xfrm>
              <a:off x="29660" y="395240"/>
              <a:ext cx="95542" cy="61928"/>
            </a:xfrm>
            <a:custGeom>
              <a:avLst/>
              <a:gdLst/>
              <a:ahLst/>
              <a:cxnLst>
                <a:cxn ang="0">
                  <a:pos x="wd2" y="hd2"/>
                </a:cxn>
                <a:cxn ang="5400000">
                  <a:pos x="wd2" y="hd2"/>
                </a:cxn>
                <a:cxn ang="10800000">
                  <a:pos x="wd2" y="hd2"/>
                </a:cxn>
                <a:cxn ang="16200000">
                  <a:pos x="wd2" y="hd2"/>
                </a:cxn>
              </a:cxnLst>
              <a:rect l="0" t="0" r="r" b="b"/>
              <a:pathLst>
                <a:path w="20952"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23" name="Google Shape;425;p34"/>
            <p:cNvSpPr/>
            <p:nvPr/>
          </p:nvSpPr>
          <p:spPr>
            <a:xfrm>
              <a:off x="283683" y="137623"/>
              <a:ext cx="79587" cy="81042"/>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24" name="Google Shape;426;p34"/>
            <p:cNvSpPr/>
            <p:nvPr/>
          </p:nvSpPr>
          <p:spPr>
            <a:xfrm>
              <a:off x="-1" y="-1"/>
              <a:ext cx="268708" cy="3944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sp>
          <p:nvSpPr>
            <p:cNvPr id="625" name="Google Shape;427;p34"/>
            <p:cNvSpPr/>
            <p:nvPr/>
          </p:nvSpPr>
          <p:spPr>
            <a:xfrm>
              <a:off x="133811" y="235969"/>
              <a:ext cx="297974" cy="199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8" tIns="45718" rIns="45718" bIns="45718" numCol="1" anchor="ctr">
              <a:noAutofit/>
            </a:bodyPr>
            <a:lstStyle/>
            <a:p>
              <a:pPr>
                <a:defRPr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8" name="Google Shape;361;p30"/>
          <p:cNvSpPr txBox="1"/>
          <p:nvPr>
            <p:ph type="body" idx="1"/>
          </p:nvPr>
        </p:nvSpPr>
        <p:spPr>
          <a:xfrm>
            <a:off x="320624" y="1615075"/>
            <a:ext cx="8502751" cy="3454360"/>
          </a:xfrm>
          <a:prstGeom prst="rect">
            <a:avLst/>
          </a:prstGeom>
        </p:spPr>
        <p:txBody>
          <a:bodyPr/>
          <a:lstStyle/>
          <a:p>
            <a:pPr marL="0" indent="0" defTabSz="804672">
              <a:buSzTx/>
              <a:buNone/>
              <a:defRPr sz="1200"/>
            </a:pPr>
            <a:r>
              <a:t>Quand le process fils est créé, avec clone(), il exécute la fonction </a:t>
            </a:r>
            <a:r>
              <a:rPr>
                <a:solidFill>
                  <a:srgbClr val="FEFF00"/>
                </a:solidFill>
              </a:rPr>
              <a:t>fn(arg)</a:t>
            </a:r>
            <a:r>
              <a:t> de l'application. (Ceci est différe de fork(2) avec lequel l'exécution continue dans le fils au point de l'appel fork(2)) L'argument </a:t>
            </a:r>
            <a:r>
              <a:rPr>
                <a:solidFill>
                  <a:srgbClr val="FFE700"/>
                </a:solidFill>
              </a:rPr>
              <a:t>arg </a:t>
            </a:r>
            <a:r>
              <a:t>de fn est un </a:t>
            </a:r>
            <a:r>
              <a:rPr>
                <a:solidFill>
                  <a:srgbClr val="FFE500"/>
                </a:solidFill>
              </a:rPr>
              <a:t>pointeur</a:t>
            </a:r>
            <a:r>
              <a:t> sur la fonction appelée par le </a:t>
            </a:r>
            <a:r>
              <a:rPr>
                <a:solidFill>
                  <a:srgbClr val="FFF000"/>
                </a:solidFill>
              </a:rPr>
              <a:t>process fils</a:t>
            </a:r>
            <a:r>
              <a:t> lors de </a:t>
            </a:r>
            <a:r>
              <a:rPr>
                <a:solidFill>
                  <a:srgbClr val="FFF900"/>
                </a:solidFill>
              </a:rPr>
              <a:t>son démarrage</a:t>
            </a:r>
            <a:r>
              <a:t>. </a:t>
            </a:r>
            <a:r>
              <a:rPr>
                <a:solidFill>
                  <a:srgbClr val="FFF400"/>
                </a:solidFill>
              </a:rPr>
              <a:t>arg</a:t>
            </a:r>
            <a:r>
              <a:t> est transmis à la fonction fn lors de son invocation.</a:t>
            </a:r>
          </a:p>
          <a:p>
            <a:pPr marL="0" indent="0" defTabSz="804672">
              <a:buSzTx/>
              <a:buNone/>
              <a:defRPr sz="1200"/>
            </a:pPr>
          </a:p>
          <a:p>
            <a:pPr marL="0" indent="0" defTabSz="804672">
              <a:buSzTx/>
              <a:buNone/>
              <a:defRPr sz="1200"/>
            </a:pPr>
            <a:r>
              <a:t>Quand la fonction </a:t>
            </a:r>
            <a:r>
              <a:rPr>
                <a:solidFill>
                  <a:srgbClr val="FFF000"/>
                </a:solidFill>
              </a:rPr>
              <a:t>fn(arg) retourne</a:t>
            </a:r>
            <a:r>
              <a:t>, le processus </a:t>
            </a:r>
            <a:r>
              <a:rPr>
                <a:solidFill>
                  <a:srgbClr val="FFF400"/>
                </a:solidFill>
              </a:rPr>
              <a:t>enfant</a:t>
            </a:r>
            <a:r>
              <a:t> se </a:t>
            </a:r>
            <a:r>
              <a:rPr>
                <a:solidFill>
                  <a:srgbClr val="FFEE00"/>
                </a:solidFill>
              </a:rPr>
              <a:t>termine</a:t>
            </a:r>
            <a:r>
              <a:t>. L’</a:t>
            </a:r>
            <a:r>
              <a:rPr>
                <a:solidFill>
                  <a:srgbClr val="FFF400"/>
                </a:solidFill>
              </a:rPr>
              <a:t>entier</a:t>
            </a:r>
            <a:r>
              <a:t> renvoyé par fn est utilisé comme </a:t>
            </a:r>
            <a:r>
              <a:rPr>
                <a:solidFill>
                  <a:srgbClr val="FFF400"/>
                </a:solidFill>
              </a:rPr>
              <a:t>code de retour</a:t>
            </a:r>
            <a:r>
              <a:t> du processus </a:t>
            </a:r>
            <a:r>
              <a:rPr>
                <a:solidFill>
                  <a:srgbClr val="FFEE00"/>
                </a:solidFill>
              </a:rPr>
              <a:t>enfant</a:t>
            </a:r>
            <a:r>
              <a:t>. L’enfant peut aussi se terminer explicitement en appelant </a:t>
            </a:r>
            <a:r>
              <a:rPr>
                <a:solidFill>
                  <a:srgbClr val="FFE200"/>
                </a:solidFill>
              </a:rPr>
              <a:t>exec()</a:t>
            </a:r>
          </a:p>
          <a:p>
            <a:pPr marL="0" indent="0" defTabSz="804672">
              <a:buSzTx/>
              <a:buNone/>
              <a:defRPr sz="1200">
                <a:solidFill>
                  <a:srgbClr val="FFE900"/>
                </a:solidFill>
              </a:defRPr>
            </a:pPr>
            <a:r>
              <a:t>exit()</a:t>
            </a:r>
            <a:r>
              <a:rPr>
                <a:solidFill>
                  <a:srgbClr val="FFFFFF"/>
                </a:solidFill>
              </a:rPr>
              <a:t> ou après la réception d’un </a:t>
            </a:r>
            <a:r>
              <a:rPr>
                <a:solidFill>
                  <a:srgbClr val="FFDA00"/>
                </a:solidFill>
              </a:rPr>
              <a:t>signal fatal</a:t>
            </a:r>
            <a:r>
              <a:rPr>
                <a:solidFill>
                  <a:srgbClr val="FFFFFF"/>
                </a:solidFill>
              </a:rPr>
              <a:t>.</a:t>
            </a:r>
          </a:p>
          <a:p>
            <a:pPr marL="0" indent="0" defTabSz="804672">
              <a:buSzTx/>
              <a:buNone/>
              <a:defRPr sz="1200"/>
            </a:pPr>
          </a:p>
          <a:p>
            <a:pPr marL="0" indent="0" defTabSz="804672">
              <a:buSzTx/>
              <a:buNone/>
              <a:defRPr sz="1200"/>
            </a:pPr>
            <a:r>
              <a:t>L'argument </a:t>
            </a:r>
            <a:r>
              <a:rPr>
                <a:solidFill>
                  <a:srgbClr val="FFE200"/>
                </a:solidFill>
              </a:rPr>
              <a:t>*stack</a:t>
            </a:r>
            <a:r>
              <a:t> indique l'</a:t>
            </a:r>
            <a:r>
              <a:rPr>
                <a:solidFill>
                  <a:srgbClr val="FFF400"/>
                </a:solidFill>
              </a:rPr>
              <a:t>emplacement de la pile</a:t>
            </a:r>
            <a:r>
              <a:t> utilisée par le process </a:t>
            </a:r>
            <a:r>
              <a:rPr>
                <a:solidFill>
                  <a:srgbClr val="FFE500"/>
                </a:solidFill>
              </a:rPr>
              <a:t>enfant</a:t>
            </a:r>
            <a:r>
              <a:t>.</a:t>
            </a:r>
          </a:p>
          <a:p>
            <a:pPr marL="0" indent="0" defTabSz="804672">
              <a:buSzTx/>
              <a:buNone/>
              <a:defRPr sz="1200"/>
            </a:pPr>
            <a:r>
              <a:t>Comme les process </a:t>
            </a:r>
            <a:r>
              <a:rPr>
                <a:solidFill>
                  <a:srgbClr val="FFE900"/>
                </a:solidFill>
              </a:rPr>
              <a:t>enfant</a:t>
            </a:r>
            <a:r>
              <a:t> et </a:t>
            </a:r>
            <a:r>
              <a:rPr>
                <a:solidFill>
                  <a:srgbClr val="FFE900"/>
                </a:solidFill>
              </a:rPr>
              <a:t>appelant</a:t>
            </a:r>
            <a:r>
              <a:t> peuvent </a:t>
            </a:r>
            <a:r>
              <a:rPr>
                <a:solidFill>
                  <a:srgbClr val="FFE900"/>
                </a:solidFill>
              </a:rPr>
              <a:t>partager de la mémoire</a:t>
            </a:r>
            <a:r>
              <a:t>, il n'est généralement</a:t>
            </a:r>
          </a:p>
          <a:p>
            <a:pPr marL="0" indent="0" defTabSz="804672">
              <a:buSzTx/>
              <a:buNone/>
              <a:defRPr sz="1200">
                <a:solidFill>
                  <a:srgbClr val="FFE900"/>
                </a:solidFill>
              </a:defRPr>
            </a:pPr>
            <a:r>
              <a:t>pas</a:t>
            </a:r>
            <a:r>
              <a:rPr>
                <a:solidFill>
                  <a:srgbClr val="FFFFFF"/>
                </a:solidFill>
              </a:rPr>
              <a:t> possible pour le fils d'utiliser la </a:t>
            </a:r>
            <a:r>
              <a:t>même pile</a:t>
            </a:r>
            <a:r>
              <a:rPr>
                <a:solidFill>
                  <a:srgbClr val="FFFFFF"/>
                </a:solidFill>
              </a:rPr>
              <a:t> que son </a:t>
            </a:r>
            <a:r>
              <a:t>père</a:t>
            </a:r>
            <a:r>
              <a:rPr>
                <a:solidFill>
                  <a:srgbClr val="FFFFFF"/>
                </a:solidFill>
              </a:rPr>
              <a:t>.</a:t>
            </a:r>
          </a:p>
          <a:p>
            <a:pPr marL="0" indent="0" defTabSz="804672">
              <a:buSzTx/>
              <a:buNone/>
              <a:defRPr sz="1200"/>
            </a:pPr>
            <a:r>
              <a:t>Le </a:t>
            </a:r>
            <a:r>
              <a:rPr>
                <a:solidFill>
                  <a:srgbClr val="FFE900"/>
                </a:solidFill>
              </a:rPr>
              <a:t>père</a:t>
            </a:r>
            <a:r>
              <a:t> doit donc </a:t>
            </a:r>
            <a:r>
              <a:rPr>
                <a:solidFill>
                  <a:srgbClr val="FFE900"/>
                </a:solidFill>
              </a:rPr>
              <a:t>préparer</a:t>
            </a:r>
            <a:r>
              <a:t> un </a:t>
            </a:r>
            <a:r>
              <a:rPr>
                <a:solidFill>
                  <a:srgbClr val="FFE900"/>
                </a:solidFill>
              </a:rPr>
              <a:t>espace mémoire</a:t>
            </a:r>
            <a:r>
              <a:t> pour stocker la pile de son fils,</a:t>
            </a:r>
          </a:p>
          <a:p>
            <a:pPr marL="0" indent="0" defTabSz="804672">
              <a:buSzTx/>
              <a:buNone/>
              <a:defRPr sz="1200"/>
            </a:pPr>
            <a:r>
              <a:t>et </a:t>
            </a:r>
            <a:r>
              <a:rPr>
                <a:solidFill>
                  <a:srgbClr val="FFE900"/>
                </a:solidFill>
              </a:rPr>
              <a:t>transmettre</a:t>
            </a:r>
            <a:r>
              <a:t> à </a:t>
            </a:r>
            <a:r>
              <a:rPr>
                <a:solidFill>
                  <a:srgbClr val="FFE900"/>
                </a:solidFill>
              </a:rPr>
              <a:t>clone</a:t>
            </a:r>
            <a:r>
              <a:t>() un </a:t>
            </a:r>
            <a:r>
              <a:rPr>
                <a:solidFill>
                  <a:srgbClr val="FFE900"/>
                </a:solidFill>
              </a:rPr>
              <a:t>pointeur</a:t>
            </a:r>
            <a:r>
              <a:t> </a:t>
            </a:r>
            <a:r>
              <a:rPr>
                <a:solidFill>
                  <a:srgbClr val="FFE900"/>
                </a:solidFill>
              </a:rPr>
              <a:t>sur cet emplacement</a:t>
            </a:r>
            <a:r>
              <a:t>. Les piles croissent vers le bas sur</a:t>
            </a:r>
          </a:p>
          <a:p>
            <a:pPr marL="0" indent="0" defTabSz="804672">
              <a:buSzTx/>
              <a:buNone/>
              <a:defRPr sz="1200"/>
            </a:pPr>
            <a:r>
              <a:t>tous les processeurs implémentant Linux (sauf le HP PA), donc </a:t>
            </a:r>
            <a:r>
              <a:rPr>
                <a:solidFill>
                  <a:srgbClr val="FFE900"/>
                </a:solidFill>
              </a:rPr>
              <a:t>*stack</a:t>
            </a:r>
            <a:r>
              <a:t> doit </a:t>
            </a:r>
            <a:r>
              <a:rPr>
                <a:solidFill>
                  <a:srgbClr val="FFE900"/>
                </a:solidFill>
              </a:rPr>
              <a:t>pointer</a:t>
            </a:r>
            <a:r>
              <a:t> sur la </a:t>
            </a:r>
            <a:r>
              <a:rPr>
                <a:solidFill>
                  <a:srgbClr val="FFE900"/>
                </a:solidFill>
              </a:rPr>
              <a:t>plus</a:t>
            </a:r>
            <a:endParaRPr>
              <a:solidFill>
                <a:srgbClr val="FFE900"/>
              </a:solidFill>
            </a:endParaRPr>
          </a:p>
          <a:p>
            <a:pPr marL="0" indent="0" defTabSz="804672">
              <a:buSzTx/>
              <a:buNone/>
              <a:defRPr sz="1200">
                <a:solidFill>
                  <a:srgbClr val="FFE900"/>
                </a:solidFill>
              </a:defRPr>
            </a:pPr>
            <a:r>
              <a:t>haute adresse</a:t>
            </a:r>
            <a:r>
              <a:rPr>
                <a:solidFill>
                  <a:srgbClr val="FFFFFF"/>
                </a:solidFill>
              </a:rPr>
              <a:t> de l'espace mémoire prévu pour la pile du process fils.</a:t>
            </a:r>
          </a:p>
          <a:p>
            <a:pPr marL="0" indent="0" defTabSz="804672">
              <a:buSzTx/>
              <a:buNone/>
              <a:defRPr sz="1200"/>
            </a:pPr>
          </a:p>
          <a:p>
            <a:pPr marL="0" indent="0" defTabSz="804672">
              <a:buSzTx/>
              <a:buNone/>
              <a:defRPr sz="1200"/>
            </a:pPr>
            <a:r>
              <a:t>Les </a:t>
            </a:r>
            <a:r>
              <a:rPr>
                <a:solidFill>
                  <a:srgbClr val="FFE900"/>
                </a:solidFill>
              </a:rPr>
              <a:t>flags</a:t>
            </a:r>
            <a:r>
              <a:t> permettent également de </a:t>
            </a:r>
            <a:r>
              <a:rPr>
                <a:solidFill>
                  <a:srgbClr val="FFE900"/>
                </a:solidFill>
              </a:rPr>
              <a:t>préciser</a:t>
            </a:r>
            <a:r>
              <a:t> </a:t>
            </a:r>
            <a:r>
              <a:rPr>
                <a:solidFill>
                  <a:srgbClr val="FFE900"/>
                </a:solidFill>
              </a:rPr>
              <a:t>ce qui sera partagé</a:t>
            </a:r>
            <a:r>
              <a:t> entre le </a:t>
            </a:r>
            <a:r>
              <a:rPr>
                <a:solidFill>
                  <a:srgbClr val="FFE900"/>
                </a:solidFill>
              </a:rPr>
              <a:t>père</a:t>
            </a:r>
            <a:r>
              <a:t> et le </a:t>
            </a:r>
            <a:r>
              <a:rPr>
                <a:solidFill>
                  <a:srgbClr val="FFE900"/>
                </a:solidFill>
              </a:rPr>
              <a:t>fils</a:t>
            </a:r>
            <a:r>
              <a:t>, en effectuant un </a:t>
            </a:r>
            <a:r>
              <a:rPr>
                <a:solidFill>
                  <a:srgbClr val="FFE900"/>
                </a:solidFill>
              </a:rPr>
              <a:t>OU binaire</a:t>
            </a:r>
            <a:r>
              <a:t> entre zéro ou plusieurs de ces </a:t>
            </a:r>
            <a:r>
              <a:rPr>
                <a:solidFill>
                  <a:srgbClr val="FFE900"/>
                </a:solidFill>
              </a:rPr>
              <a:t>flags</a:t>
            </a:r>
            <a:r>
              <a:t>.</a:t>
            </a:r>
          </a:p>
        </p:txBody>
      </p:sp>
      <p:sp>
        <p:nvSpPr>
          <p:cNvPr id="629" name="Google Shape;362;p30"/>
          <p:cNvSpPr txBox="1"/>
          <p:nvPr>
            <p:ph type="title"/>
          </p:nvPr>
        </p:nvSpPr>
        <p:spPr>
          <a:xfrm>
            <a:off x="544950" y="485700"/>
            <a:ext cx="5614550" cy="669001"/>
          </a:xfrm>
          <a:prstGeom prst="rect">
            <a:avLst/>
          </a:prstGeom>
        </p:spPr>
        <p:txBody>
          <a:bodyPr/>
          <a:lstStyle/>
          <a:p>
            <a:pPr/>
            <a:r>
              <a:t>Fonctionnement</a:t>
            </a:r>
          </a:p>
        </p:txBody>
      </p:sp>
      <p:sp>
        <p:nvSpPr>
          <p:cNvPr id="630"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Google Shape;452;p36"/>
          <p:cNvSpPr txBox="1"/>
          <p:nvPr>
            <p:ph type="title"/>
          </p:nvPr>
        </p:nvSpPr>
        <p:spPr>
          <a:xfrm>
            <a:off x="3164287" y="396400"/>
            <a:ext cx="2688127" cy="538302"/>
          </a:xfrm>
          <a:prstGeom prst="rect">
            <a:avLst/>
          </a:prstGeom>
        </p:spPr>
        <p:txBody>
          <a:bodyPr/>
          <a:lstStyle/>
          <a:p>
            <a:pPr/>
            <a:r>
              <a:t>Particularités</a:t>
            </a:r>
          </a:p>
        </p:txBody>
      </p:sp>
      <p:sp>
        <p:nvSpPr>
          <p:cNvPr id="633" name="Google Shape;453;p36"/>
          <p:cNvSpPr txBox="1"/>
          <p:nvPr>
            <p:ph type="body" sz="half" idx="1"/>
          </p:nvPr>
        </p:nvSpPr>
        <p:spPr>
          <a:xfrm>
            <a:off x="1874516" y="1593987"/>
            <a:ext cx="5394966" cy="2257626"/>
          </a:xfrm>
          <a:prstGeom prst="rect">
            <a:avLst/>
          </a:prstGeom>
        </p:spPr>
        <p:txBody>
          <a:bodyPr/>
          <a:lstStyle/>
          <a:p>
            <a:pPr indent="102868" defTabSz="822958">
              <a:defRPr sz="1400">
                <a:latin typeface="+mj-lt"/>
                <a:ea typeface="+mj-ea"/>
                <a:cs typeface="+mj-cs"/>
                <a:sym typeface="Helvetica"/>
              </a:defRPr>
            </a:pPr>
            <a:r>
              <a:t>L’appel système </a:t>
            </a:r>
            <a:r>
              <a:rPr>
                <a:solidFill>
                  <a:srgbClr val="FFE900"/>
                </a:solidFill>
                <a:latin typeface="XCharter"/>
                <a:ea typeface="XCharter"/>
                <a:cs typeface="XCharter"/>
                <a:sym typeface="XCharter"/>
              </a:rPr>
              <a:t>clone3</a:t>
            </a:r>
            <a:r>
              <a:t>() fournit un </a:t>
            </a:r>
            <a:r>
              <a:rPr sz="1200">
                <a:solidFill>
                  <a:srgbClr val="FFE900"/>
                </a:solidFill>
                <a:latin typeface="XCharter"/>
                <a:ea typeface="XCharter"/>
                <a:cs typeface="XCharter"/>
                <a:sym typeface="XCharter"/>
              </a:rPr>
              <a:t>sur-</a:t>
            </a:r>
            <a:r>
              <a:rPr>
                <a:solidFill>
                  <a:srgbClr val="FFE900"/>
                </a:solidFill>
                <a:latin typeface="XCharter"/>
                <a:ea typeface="XCharter"/>
                <a:cs typeface="XCharter"/>
                <a:sym typeface="XCharter"/>
              </a:rPr>
              <a:t>ensemble</a:t>
            </a:r>
            <a:r>
              <a:t> de la fonctionnalité de l’ancienne interface de </a:t>
            </a:r>
            <a:r>
              <a:rPr>
                <a:solidFill>
                  <a:srgbClr val="FFE900"/>
                </a:solidFill>
                <a:latin typeface="XCharter"/>
                <a:ea typeface="XCharter"/>
                <a:cs typeface="XCharter"/>
                <a:sym typeface="XCharter"/>
              </a:rPr>
              <a:t>clone</a:t>
            </a:r>
            <a:r>
              <a:t>(). Il offre également un certain nombre </a:t>
            </a:r>
            <a:r>
              <a:rPr>
                <a:solidFill>
                  <a:srgbClr val="FFE900"/>
                </a:solidFill>
                <a:latin typeface="XCharter"/>
                <a:ea typeface="XCharter"/>
                <a:cs typeface="XCharter"/>
                <a:sym typeface="XCharter"/>
              </a:rPr>
              <a:t>d’améliorations</a:t>
            </a:r>
            <a:r>
              <a:t> de l’</a:t>
            </a:r>
            <a:r>
              <a:rPr>
                <a:solidFill>
                  <a:srgbClr val="FFE900"/>
                </a:solidFill>
                <a:latin typeface="XCharter"/>
                <a:ea typeface="XCharter"/>
                <a:cs typeface="XCharter"/>
                <a:sym typeface="XCharter"/>
              </a:rPr>
              <a:t>API</a:t>
            </a:r>
            <a:r>
              <a:t> dont : un espace pour des bits d’attributs supplémentaires, une séparation plus propre dans l’utilisation de plusieurs paramètres et la possibilité d’indiquer la </a:t>
            </a:r>
            <a:r>
              <a:rPr>
                <a:solidFill>
                  <a:srgbClr val="FFE900"/>
                </a:solidFill>
                <a:latin typeface="XCharter"/>
                <a:ea typeface="XCharter"/>
                <a:cs typeface="XCharter"/>
                <a:sym typeface="XCharter"/>
              </a:rPr>
              <a:t>taille de la zone de la pile de l’enfant</a:t>
            </a:r>
            <a:r>
              <a:t>.</a:t>
            </a:r>
          </a:p>
          <a:p>
            <a:pPr indent="102868" defTabSz="822958">
              <a:defRPr sz="1400">
                <a:latin typeface="+mj-lt"/>
                <a:ea typeface="+mj-ea"/>
                <a:cs typeface="+mj-cs"/>
                <a:sym typeface="Helvetica"/>
              </a:defRPr>
            </a:pPr>
          </a:p>
          <a:p>
            <a:pPr indent="102868" defTabSz="822958">
              <a:defRPr sz="1400">
                <a:latin typeface="+mj-lt"/>
                <a:ea typeface="+mj-ea"/>
                <a:cs typeface="+mj-cs"/>
                <a:sym typeface="Helvetica"/>
              </a:defRPr>
            </a:pPr>
            <a:r>
              <a:t>Comme avec </a:t>
            </a:r>
            <a:r>
              <a:rPr>
                <a:solidFill>
                  <a:srgbClr val="FFE900"/>
                </a:solidFill>
                <a:latin typeface="XCharter"/>
                <a:ea typeface="XCharter"/>
                <a:cs typeface="XCharter"/>
                <a:sym typeface="XCharter"/>
              </a:rPr>
              <a:t>fork</a:t>
            </a:r>
            <a:r>
              <a:t>(2), </a:t>
            </a:r>
            <a:r>
              <a:rPr>
                <a:solidFill>
                  <a:srgbClr val="FFE900"/>
                </a:solidFill>
                <a:latin typeface="XCharter"/>
                <a:ea typeface="XCharter"/>
                <a:cs typeface="XCharter"/>
                <a:sym typeface="XCharter"/>
              </a:rPr>
              <a:t>clone3</a:t>
            </a:r>
            <a:r>
              <a:t>() </a:t>
            </a:r>
            <a:r>
              <a:rPr>
                <a:solidFill>
                  <a:srgbClr val="FFE900"/>
                </a:solidFill>
                <a:latin typeface="XCharter"/>
                <a:ea typeface="XCharter"/>
                <a:cs typeface="XCharter"/>
                <a:sym typeface="XCharter"/>
              </a:rPr>
              <a:t>renvoie</a:t>
            </a:r>
            <a:r>
              <a:t> à la fois au </a:t>
            </a:r>
            <a:r>
              <a:rPr>
                <a:solidFill>
                  <a:srgbClr val="FFE900"/>
                </a:solidFill>
                <a:latin typeface="XCharter"/>
                <a:ea typeface="XCharter"/>
                <a:cs typeface="XCharter"/>
                <a:sym typeface="XCharter"/>
              </a:rPr>
              <a:t>parent</a:t>
            </a:r>
            <a:r>
              <a:t> et à l’</a:t>
            </a:r>
            <a:r>
              <a:rPr>
                <a:solidFill>
                  <a:srgbClr val="FFE900"/>
                </a:solidFill>
                <a:latin typeface="XCharter"/>
                <a:ea typeface="XCharter"/>
                <a:cs typeface="XCharter"/>
                <a:sym typeface="XCharter"/>
              </a:rPr>
              <a:t>enfant</a:t>
            </a:r>
            <a:r>
              <a:t>. Il renvoie </a:t>
            </a:r>
            <a:r>
              <a:rPr>
                <a:solidFill>
                  <a:srgbClr val="FFE900"/>
                </a:solidFill>
                <a:latin typeface="XCharter"/>
                <a:ea typeface="XCharter"/>
                <a:cs typeface="XCharter"/>
                <a:sym typeface="XCharter"/>
              </a:rPr>
              <a:t>0</a:t>
            </a:r>
            <a:r>
              <a:t> dans le processus </a:t>
            </a:r>
            <a:r>
              <a:rPr>
                <a:solidFill>
                  <a:srgbClr val="FFE900"/>
                </a:solidFill>
                <a:latin typeface="XCharter"/>
                <a:ea typeface="XCharter"/>
                <a:cs typeface="XCharter"/>
                <a:sym typeface="XCharter"/>
              </a:rPr>
              <a:t>enfant</a:t>
            </a:r>
            <a:r>
              <a:t> et il renvoie le </a:t>
            </a:r>
            <a:r>
              <a:rPr>
                <a:solidFill>
                  <a:srgbClr val="FFE900"/>
                </a:solidFill>
                <a:latin typeface="XCharter"/>
                <a:ea typeface="XCharter"/>
                <a:cs typeface="XCharter"/>
                <a:sym typeface="XCharter"/>
              </a:rPr>
              <a:t>PID de l’enfant</a:t>
            </a:r>
            <a:r>
              <a:t> dans le </a:t>
            </a:r>
            <a:r>
              <a:rPr>
                <a:solidFill>
                  <a:srgbClr val="FFE900"/>
                </a:solidFill>
                <a:latin typeface="XCharter"/>
                <a:ea typeface="XCharter"/>
                <a:cs typeface="XCharter"/>
                <a:sym typeface="XCharter"/>
              </a:rPr>
              <a:t>parent</a:t>
            </a:r>
            <a:r>
              <a:t>.</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5" name="Google Shape;361;p30"/>
          <p:cNvSpPr txBox="1"/>
          <p:nvPr>
            <p:ph type="body" sz="half" idx="1"/>
          </p:nvPr>
        </p:nvSpPr>
        <p:spPr>
          <a:xfrm>
            <a:off x="284059" y="1645524"/>
            <a:ext cx="8431318" cy="2130901"/>
          </a:xfrm>
          <a:prstGeom prst="rect">
            <a:avLst/>
          </a:prstGeom>
        </p:spPr>
        <p:txBody>
          <a:bodyPr/>
          <a:lstStyle/>
          <a:p>
            <a:pPr marL="0" indent="64768" defTabSz="466344">
              <a:buSzTx/>
              <a:buNone/>
              <a:defRPr sz="700"/>
            </a:pPr>
            <a:r>
              <a:t>∗ Le processus enfant a un ID de processus (PID) unique, qui ne corres-</a:t>
            </a:r>
          </a:p>
          <a:p>
            <a:pPr marL="0" indent="64768" defTabSz="466344">
              <a:buSzTx/>
              <a:buNone/>
              <a:defRPr sz="700"/>
            </a:pPr>
            <a:r>
              <a:t>pond à aucun ID de groupe de processus actif.</a:t>
            </a:r>
          </a:p>
          <a:p>
            <a:pPr marL="0" indent="64768" defTabSz="466344">
              <a:buSzTx/>
              <a:buNone/>
              <a:defRPr sz="700"/>
            </a:pPr>
            <a:r>
              <a:t>∗ L’enfant a sa propre copie de la TDFO du parent. Chaque descripteur</a:t>
            </a:r>
          </a:p>
          <a:p>
            <a:pPr marL="0" indent="64768" defTabSz="466344">
              <a:buSzTx/>
              <a:buNone/>
              <a:defRPr sz="700"/>
            </a:pPr>
            <a:r>
              <a:t>de fichier dans l’enfant fait référence au même descripteur de fichiers</a:t>
            </a:r>
          </a:p>
          <a:p>
            <a:pPr marL="0" indent="64768" defTabSz="466344">
              <a:buSzTx/>
              <a:buNone/>
              <a:defRPr sz="700"/>
            </a:pPr>
            <a:r>
              <a:t>ouverts que le descripteur de fichier correspondant dans le parent.</a:t>
            </a:r>
          </a:p>
          <a:p>
            <a:pPr marL="0" indent="64768" defTabSz="466344">
              <a:buSzTx/>
              <a:buNone/>
              <a:defRPr sz="700"/>
            </a:pPr>
            <a:r>
              <a:t>∗ L’enfant a sa propre copie des flux de répertoires ouverts du parent. Le</a:t>
            </a:r>
          </a:p>
          <a:p>
            <a:pPr marL="0" indent="64768" defTabSz="466344">
              <a:buSzTx/>
              <a:buNone/>
              <a:defRPr sz="700"/>
            </a:pPr>
            <a:r>
              <a:t>flux de répertoires ouverts de chaque enfant peut partager le position-</a:t>
            </a:r>
          </a:p>
          <a:p>
            <a:pPr marL="0" indent="64768" defTabSz="466344">
              <a:buSzTx/>
              <a:buNone/>
              <a:defRPr sz="700"/>
            </a:pPr>
            <a:r>
              <a:t>nement du flux de répertoires avec le flux de répertoires du parent cor-</a:t>
            </a:r>
          </a:p>
          <a:p>
            <a:pPr marL="0" indent="64768" defTabSz="466344">
              <a:buSzTx/>
              <a:buNone/>
              <a:defRPr sz="700"/>
            </a:pPr>
            <a:r>
              <a:t>respondant.</a:t>
            </a:r>
          </a:p>
          <a:p>
            <a:pPr marL="0" indent="64768" defTabSz="466344">
              <a:buSzTx/>
              <a:buNone/>
              <a:defRPr sz="700"/>
            </a:pPr>
            <a:r>
              <a:t>∗ L’enfant n’hérite d’aucun verrou de fichier précédemment défini par le parent.</a:t>
            </a:r>
          </a:p>
          <a:p>
            <a:pPr marL="0" indent="64768" defTabSz="466344">
              <a:buSzTx/>
              <a:buNone/>
              <a:defRPr sz="700"/>
            </a:pPr>
            <a:r>
              <a:t>∗ Le processus enfant n’a pas d’alarmes définies (semblable aux résultats</a:t>
            </a:r>
          </a:p>
          <a:p>
            <a:pPr marL="0" indent="64768" defTabSz="466344">
              <a:buSzTx/>
              <a:buNone/>
              <a:defRPr sz="700"/>
            </a:pPr>
            <a:r>
              <a:t>d’un appel à alarm() avec une valeur d’argument de 0).</a:t>
            </a:r>
          </a:p>
          <a:p>
            <a:pPr marL="0" indent="64768" defTabSz="466344">
              <a:buSzTx/>
              <a:buNone/>
              <a:defRPr sz="700"/>
            </a:pPr>
            <a:r>
              <a:t>∗ L’enfant n’a pas de signaux en attente.</a:t>
            </a:r>
          </a:p>
          <a:p>
            <a:pPr marL="0" indent="64768" defTabSz="466344">
              <a:buSzTx/>
              <a:buNone/>
              <a:defRPr sz="700"/>
            </a:pPr>
            <a:r>
              <a:t>∗ Les minuteries d’intervalle sont réinitialisées dans le processus enfant.</a:t>
            </a:r>
          </a:p>
          <a:p>
            <a:pPr marL="0" indent="64768" defTabSz="466344">
              <a:buSzTx/>
              <a:buNone/>
              <a:defRPr sz="700"/>
            </a:pPr>
            <a:r>
              <a:t>∗ Ces éléments sont mis à 0 dans le fils : tms_utime, tms_stime, tms_cutime,</a:t>
            </a:r>
          </a:p>
          <a:p>
            <a:pPr marL="0" indent="64768" defTabSz="466344">
              <a:buSzTx/>
              <a:buNone/>
              <a:defRPr sz="700"/>
            </a:pPr>
            <a:r>
              <a:t>tms_cstime</a:t>
            </a:r>
          </a:p>
        </p:txBody>
      </p:sp>
      <p:sp>
        <p:nvSpPr>
          <p:cNvPr id="636" name="Google Shape;362;p30"/>
          <p:cNvSpPr txBox="1"/>
          <p:nvPr>
            <p:ph type="title"/>
          </p:nvPr>
        </p:nvSpPr>
        <p:spPr>
          <a:xfrm>
            <a:off x="284060" y="488262"/>
            <a:ext cx="6995677" cy="669001"/>
          </a:xfrm>
          <a:prstGeom prst="rect">
            <a:avLst/>
          </a:prstGeom>
        </p:spPr>
        <p:txBody>
          <a:bodyPr/>
          <a:lstStyle/>
          <a:p>
            <a:pPr defTabSz="493776">
              <a:defRPr sz="1600"/>
            </a:pPr>
            <a:r>
              <a:t>Espace d’adressage du père dupliqué</a:t>
            </a:r>
            <a:br/>
            <a:r>
              <a:t>Copie exacte du père sauf pour :</a:t>
            </a:r>
          </a:p>
        </p:txBody>
      </p:sp>
      <p:sp>
        <p:nvSpPr>
          <p:cNvPr id="637"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grpSp>
        <p:nvGrpSpPr>
          <p:cNvPr id="640" name="Google Shape;452;p36"/>
          <p:cNvGrpSpPr/>
          <p:nvPr/>
        </p:nvGrpSpPr>
        <p:grpSpPr>
          <a:xfrm>
            <a:off x="3155654" y="43761"/>
            <a:ext cx="2688129" cy="538302"/>
            <a:chOff x="0" y="0"/>
            <a:chExt cx="2688127" cy="538301"/>
          </a:xfrm>
        </p:grpSpPr>
        <p:sp>
          <p:nvSpPr>
            <p:cNvPr id="638" name="Rectangle"/>
            <p:cNvSpPr/>
            <p:nvPr/>
          </p:nvSpPr>
          <p:spPr>
            <a:xfrm>
              <a:off x="-1" y="-1"/>
              <a:ext cx="2688129" cy="538302"/>
            </a:xfrm>
            <a:prstGeom prst="rect">
              <a:avLst/>
            </a:prstGeom>
            <a:solidFill>
              <a:schemeClr val="accent2"/>
            </a:solidFill>
            <a:ln w="12700" cap="flat">
              <a:noFill/>
              <a:miter lim="400000"/>
            </a:ln>
            <a:effectLst/>
          </p:spPr>
          <p:txBody>
            <a:bodyPr wrap="square" lIns="45718" tIns="45718" rIns="45718" bIns="45718"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639" name="Particularités"/>
            <p:cNvSpPr txBox="1"/>
            <p:nvPr/>
          </p:nvSpPr>
          <p:spPr>
            <a:xfrm>
              <a:off x="-1" y="12625"/>
              <a:ext cx="2688129" cy="513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b="1" sz="2200">
                  <a:solidFill>
                    <a:srgbClr val="FFFFFF"/>
                  </a:solidFill>
                  <a:latin typeface="Overpass Mono"/>
                  <a:ea typeface="Overpass Mono"/>
                  <a:cs typeface="Overpass Mono"/>
                  <a:sym typeface="Overpass Mono"/>
                </a:defRPr>
              </a:lvl1pPr>
            </a:lstStyle>
            <a:p>
              <a:pPr/>
              <a:r>
                <a:t>Particularités</a:t>
              </a:r>
            </a:p>
          </p:txBody>
        </p:sp>
      </p:gr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2" name="Google Shape;361;p30"/>
          <p:cNvSpPr txBox="1"/>
          <p:nvPr>
            <p:ph type="body" sz="half" idx="1"/>
          </p:nvPr>
        </p:nvSpPr>
        <p:spPr>
          <a:xfrm>
            <a:off x="356341" y="3063505"/>
            <a:ext cx="8431318" cy="2130902"/>
          </a:xfrm>
          <a:prstGeom prst="rect">
            <a:avLst/>
          </a:prstGeom>
        </p:spPr>
        <p:txBody>
          <a:bodyPr/>
          <a:lstStyle/>
          <a:p>
            <a:pPr marL="0" indent="127000">
              <a:buSzTx/>
              <a:buNone/>
              <a:defRPr sz="1400"/>
            </a:pPr>
            <a:r>
              <a:t>En cas de réussite, le TID du processus enfant est envoyé dans</a:t>
            </a:r>
          </a:p>
          <a:p>
            <a:pPr marL="0" indent="127000">
              <a:buSzTx/>
              <a:buNone/>
              <a:defRPr sz="1400"/>
            </a:pPr>
            <a:r>
              <a:t>le thread d’exécution de l’appelant. En cas d’échec, -1 est envoyé dans le contexte</a:t>
            </a:r>
          </a:p>
          <a:p>
            <a:pPr marL="0" indent="127000">
              <a:buSzTx/>
              <a:buNone/>
              <a:defRPr sz="1400"/>
            </a:pPr>
            <a:r>
              <a:t>de l’appelant, aucun enfant n’est créé, et errno contiendra le code d’erreur.</a:t>
            </a:r>
          </a:p>
        </p:txBody>
      </p:sp>
      <p:sp>
        <p:nvSpPr>
          <p:cNvPr id="643" name="Google Shape;362;p30"/>
          <p:cNvSpPr txBox="1"/>
          <p:nvPr>
            <p:ph type="title"/>
          </p:nvPr>
        </p:nvSpPr>
        <p:spPr>
          <a:xfrm>
            <a:off x="450748" y="2079994"/>
            <a:ext cx="6995677" cy="669001"/>
          </a:xfrm>
          <a:prstGeom prst="rect">
            <a:avLst/>
          </a:prstGeom>
        </p:spPr>
        <p:txBody>
          <a:bodyPr/>
          <a:lstStyle/>
          <a:p>
            <a:pPr/>
            <a:r>
              <a:t>Valeur de retour</a:t>
            </a:r>
          </a:p>
        </p:txBody>
      </p:sp>
      <p:sp>
        <p:nvSpPr>
          <p:cNvPr id="644"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grpSp>
        <p:nvGrpSpPr>
          <p:cNvPr id="647" name="Google Shape;452;p36"/>
          <p:cNvGrpSpPr/>
          <p:nvPr/>
        </p:nvGrpSpPr>
        <p:grpSpPr>
          <a:xfrm>
            <a:off x="3163590" y="618961"/>
            <a:ext cx="2688130" cy="538303"/>
            <a:chOff x="0" y="0"/>
            <a:chExt cx="2688128" cy="538301"/>
          </a:xfrm>
        </p:grpSpPr>
        <p:sp>
          <p:nvSpPr>
            <p:cNvPr id="645" name="Rectangle"/>
            <p:cNvSpPr/>
            <p:nvPr/>
          </p:nvSpPr>
          <p:spPr>
            <a:xfrm>
              <a:off x="-1" y="0"/>
              <a:ext cx="2688130" cy="538303"/>
            </a:xfrm>
            <a:prstGeom prst="rect">
              <a:avLst/>
            </a:prstGeom>
            <a:solidFill>
              <a:schemeClr val="accent2"/>
            </a:solidFill>
            <a:ln w="12700" cap="flat">
              <a:noFill/>
              <a:miter lim="400000"/>
            </a:ln>
            <a:effectLst/>
          </p:spPr>
          <p:txBody>
            <a:bodyPr wrap="square" lIns="45718" tIns="45718" rIns="45718" bIns="45718"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646" name="Particularités"/>
            <p:cNvSpPr txBox="1"/>
            <p:nvPr/>
          </p:nvSpPr>
          <p:spPr>
            <a:xfrm>
              <a:off x="-1" y="12625"/>
              <a:ext cx="2688130" cy="513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b="1" sz="2200">
                  <a:solidFill>
                    <a:srgbClr val="FFFFFF"/>
                  </a:solidFill>
                  <a:latin typeface="Overpass Mono"/>
                  <a:ea typeface="Overpass Mono"/>
                  <a:cs typeface="Overpass Mono"/>
                  <a:sym typeface="Overpass Mono"/>
                </a:defRPr>
              </a:lvl1pPr>
            </a:lstStyle>
            <a:p>
              <a:pPr/>
              <a:r>
                <a:t>Particularités</a:t>
              </a:r>
            </a:p>
          </p:txBody>
        </p:sp>
      </p:gr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9" name="Google Shape;452;p36"/>
          <p:cNvSpPr txBox="1"/>
          <p:nvPr>
            <p:ph type="title"/>
          </p:nvPr>
        </p:nvSpPr>
        <p:spPr>
          <a:xfrm>
            <a:off x="3034705" y="863263"/>
            <a:ext cx="3074591" cy="367052"/>
          </a:xfrm>
          <a:prstGeom prst="rect">
            <a:avLst/>
          </a:prstGeom>
        </p:spPr>
        <p:txBody>
          <a:bodyPr/>
          <a:lstStyle>
            <a:lvl1pPr defTabSz="512062">
              <a:defRPr sz="1200"/>
            </a:lvl1pPr>
          </a:lstStyle>
          <a:p>
            <a:pPr/>
            <a:r>
              <a:t>Déclaration de clone(2)</a:t>
            </a:r>
          </a:p>
        </p:txBody>
      </p:sp>
      <p:sp>
        <p:nvSpPr>
          <p:cNvPr id="650" name="Google Shape;453;p36"/>
          <p:cNvSpPr txBox="1"/>
          <p:nvPr>
            <p:ph type="body" sz="half" idx="1"/>
          </p:nvPr>
        </p:nvSpPr>
        <p:spPr>
          <a:xfrm>
            <a:off x="1762681" y="1752737"/>
            <a:ext cx="5531882" cy="2257626"/>
          </a:xfrm>
          <a:prstGeom prst="rect">
            <a:avLst/>
          </a:prstGeom>
        </p:spPr>
        <p:txBody>
          <a:bodyPr/>
          <a:lstStyle/>
          <a:p>
            <a:pPr indent="0"/>
            <a:r>
              <a:t>#define _GNU_SOURCE</a:t>
            </a:r>
          </a:p>
          <a:p>
            <a:pPr indent="0"/>
            <a:r>
              <a:t>#include &lt;sched.h&gt;</a:t>
            </a:r>
          </a:p>
          <a:p>
            <a:pPr indent="0"/>
          </a:p>
          <a:p>
            <a:pPr indent="0"/>
            <a:r>
              <a:t>int clone(int (*fn)(void *), void *stack, int flags, void *arg, ...</a:t>
            </a:r>
          </a:p>
          <a:p>
            <a:pPr indent="0"/>
            <a:r>
              <a:t>/* pid_t *parent_tid, void *tls, pid_t *child_tid */ );</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Google Shape;452;p36"/>
          <p:cNvSpPr txBox="1"/>
          <p:nvPr>
            <p:ph type="title"/>
          </p:nvPr>
        </p:nvSpPr>
        <p:spPr>
          <a:xfrm>
            <a:off x="3227937" y="371138"/>
            <a:ext cx="2688127" cy="538302"/>
          </a:xfrm>
          <a:prstGeom prst="rect">
            <a:avLst/>
          </a:prstGeom>
        </p:spPr>
        <p:txBody>
          <a:bodyPr/>
          <a:lstStyle>
            <a:lvl1pPr defTabSz="813816">
              <a:defRPr sz="1900"/>
            </a:lvl1pPr>
          </a:lstStyle>
          <a:p>
            <a:pPr/>
            <a:r>
              <a:t>Problèmes éventuels</a:t>
            </a:r>
          </a:p>
        </p:txBody>
      </p:sp>
      <p:sp>
        <p:nvSpPr>
          <p:cNvPr id="653" name="Google Shape;453;p36"/>
          <p:cNvSpPr txBox="1"/>
          <p:nvPr>
            <p:ph type="body" idx="1"/>
          </p:nvPr>
        </p:nvSpPr>
        <p:spPr>
          <a:xfrm>
            <a:off x="352664" y="1938384"/>
            <a:ext cx="8438672" cy="3016232"/>
          </a:xfrm>
          <a:prstGeom prst="rect">
            <a:avLst/>
          </a:prstGeom>
        </p:spPr>
        <p:txBody>
          <a:bodyPr/>
          <a:lstStyle/>
          <a:p>
            <a:pPr indent="0"/>
            <a:r>
              <a:t>Suite à un </a:t>
            </a:r>
            <a:r>
              <a:rPr>
                <a:solidFill>
                  <a:srgbClr val="FCFF00"/>
                </a:solidFill>
              </a:rPr>
              <a:t>problème</a:t>
            </a:r>
            <a:r>
              <a:t> de </a:t>
            </a:r>
            <a:r>
              <a:rPr>
                <a:solidFill>
                  <a:srgbClr val="FCFF00"/>
                </a:solidFill>
              </a:rPr>
              <a:t>cache</a:t>
            </a:r>
            <a:r>
              <a:t> ancien, ainsi qu’à </a:t>
            </a:r>
            <a:r>
              <a:rPr>
                <a:solidFill>
                  <a:srgbClr val="FCFF00"/>
                </a:solidFill>
              </a:rPr>
              <a:t>d’autres problèmes</a:t>
            </a:r>
            <a:r>
              <a:t> traités dans </a:t>
            </a:r>
            <a:r>
              <a:rPr>
                <a:solidFill>
                  <a:srgbClr val="FCFF00"/>
                </a:solidFill>
              </a:rPr>
              <a:t>getpid</a:t>
            </a:r>
            <a:r>
              <a:t>(2), la fonctionnalité de </a:t>
            </a:r>
            <a:r>
              <a:rPr>
                <a:solidFill>
                  <a:srgbClr val="FCFF00"/>
                </a:solidFill>
              </a:rPr>
              <a:t>mise en cache du PID</a:t>
            </a:r>
            <a:r>
              <a:t> a été </a:t>
            </a:r>
            <a:r>
              <a:rPr>
                <a:solidFill>
                  <a:srgbClr val="FCFF00"/>
                </a:solidFill>
              </a:rPr>
              <a:t>supprimée</a:t>
            </a:r>
            <a:r>
              <a:t> de la </a:t>
            </a:r>
            <a:r>
              <a:rPr>
                <a:solidFill>
                  <a:srgbClr val="FCFF00"/>
                </a:solidFill>
              </a:rPr>
              <a:t>glibc</a:t>
            </a:r>
            <a:r>
              <a:t> </a:t>
            </a:r>
            <a:r>
              <a:rPr>
                <a:solidFill>
                  <a:srgbClr val="FCFF00"/>
                </a:solidFill>
              </a:rPr>
              <a:t>2.25</a:t>
            </a:r>
            <a:endParaRPr>
              <a:solidFill>
                <a:srgbClr val="FCFF00"/>
              </a:solidFill>
            </a:endParaRPr>
          </a:p>
          <a:p>
            <a:pPr indent="0"/>
            <a:endParaRPr>
              <a:solidFill>
                <a:srgbClr val="FCFF00"/>
              </a:solidFill>
            </a:endParaRPr>
          </a:p>
          <a:p>
            <a:pPr indent="0"/>
            <a:r>
              <a:t>Jusqu’à la version </a:t>
            </a:r>
            <a:r>
              <a:rPr>
                <a:solidFill>
                  <a:srgbClr val="FCFF00"/>
                </a:solidFill>
              </a:rPr>
              <a:t>2.24</a:t>
            </a:r>
            <a:r>
              <a:t> de la bibliothèque C </a:t>
            </a:r>
            <a:r>
              <a:rPr>
                <a:solidFill>
                  <a:srgbClr val="FCFF00"/>
                </a:solidFill>
              </a:rPr>
              <a:t>GNU</a:t>
            </a:r>
            <a:r>
              <a:t>, les </a:t>
            </a:r>
            <a:r>
              <a:rPr>
                <a:solidFill>
                  <a:srgbClr val="FCFF00"/>
                </a:solidFill>
              </a:rPr>
              <a:t>PID</a:t>
            </a:r>
            <a:r>
              <a:t> étaient </a:t>
            </a:r>
            <a:r>
              <a:rPr>
                <a:solidFill>
                  <a:srgbClr val="FCFF00"/>
                </a:solidFill>
              </a:rPr>
              <a:t>mis en cache</a:t>
            </a:r>
            <a:r>
              <a:t>. Il pouvait ne </a:t>
            </a:r>
            <a:r>
              <a:rPr>
                <a:solidFill>
                  <a:srgbClr val="FCFF00"/>
                </a:solidFill>
              </a:rPr>
              <a:t>pas se mettre à jour</a:t>
            </a:r>
            <a:r>
              <a:t> sous certaines circonstances. En particulier, si un </a:t>
            </a:r>
            <a:r>
              <a:rPr>
                <a:solidFill>
                  <a:srgbClr val="FCFF00"/>
                </a:solidFill>
              </a:rPr>
              <a:t>signal</a:t>
            </a:r>
            <a:r>
              <a:t> était </a:t>
            </a:r>
            <a:r>
              <a:rPr>
                <a:solidFill>
                  <a:srgbClr val="FCFF00"/>
                </a:solidFill>
              </a:rPr>
              <a:t>distribué</a:t>
            </a:r>
            <a:r>
              <a:t> à un </a:t>
            </a:r>
            <a:r>
              <a:rPr>
                <a:solidFill>
                  <a:srgbClr val="FCFF00"/>
                </a:solidFill>
              </a:rPr>
              <a:t>enfant</a:t>
            </a:r>
            <a:r>
              <a:t> </a:t>
            </a:r>
            <a:r>
              <a:rPr>
                <a:solidFill>
                  <a:srgbClr val="FCFF00"/>
                </a:solidFill>
              </a:rPr>
              <a:t>juste</a:t>
            </a:r>
            <a:r>
              <a:t> </a:t>
            </a:r>
            <a:r>
              <a:rPr>
                <a:solidFill>
                  <a:srgbClr val="FCFF00"/>
                </a:solidFill>
              </a:rPr>
              <a:t>après</a:t>
            </a:r>
            <a:r>
              <a:t> l'appel à </a:t>
            </a:r>
            <a:r>
              <a:rPr>
                <a:solidFill>
                  <a:srgbClr val="FCFF00"/>
                </a:solidFill>
              </a:rPr>
              <a:t>clone</a:t>
            </a:r>
            <a:r>
              <a:t>(), alors un </a:t>
            </a:r>
            <a:r>
              <a:rPr>
                <a:solidFill>
                  <a:srgbClr val="FCFF00"/>
                </a:solidFill>
              </a:rPr>
              <a:t>appel</a:t>
            </a:r>
            <a:r>
              <a:t> à </a:t>
            </a:r>
            <a:r>
              <a:rPr>
                <a:solidFill>
                  <a:srgbClr val="FCFF00"/>
                </a:solidFill>
              </a:rPr>
              <a:t>getpid</a:t>
            </a:r>
            <a:r>
              <a:t>(2) dans le gestionnaire de signaux du signal </a:t>
            </a:r>
            <a:r>
              <a:rPr>
                <a:solidFill>
                  <a:srgbClr val="FCFF00"/>
                </a:solidFill>
              </a:rPr>
              <a:t>pouvait renvoyer le PID du parent</a:t>
            </a:r>
            <a:r>
              <a:t>, si la fonction enveloppe de clone n'avait pas eu le temps de MAJ le cache de PID pour l’enfant (</a:t>
            </a:r>
            <a:r>
              <a:rPr>
                <a:solidFill>
                  <a:srgbClr val="FCFF00"/>
                </a:solidFill>
              </a:rPr>
              <a:t>sauf</a:t>
            </a:r>
            <a:r>
              <a:t> si l’enfant a été créé avec le flag </a:t>
            </a:r>
            <a:r>
              <a:rPr>
                <a:solidFill>
                  <a:srgbClr val="FCFF00"/>
                </a:solidFill>
              </a:rPr>
              <a:t>CLONE_THREAD</a:t>
            </a:r>
            <a:r>
              <a:t>, puisque </a:t>
            </a:r>
            <a:r>
              <a:rPr>
                <a:solidFill>
                  <a:srgbClr val="FCFF00"/>
                </a:solidFill>
              </a:rPr>
              <a:t>getpid</a:t>
            </a:r>
            <a:r>
              <a:t>(2) doit renvoyer la </a:t>
            </a:r>
            <a:r>
              <a:rPr>
                <a:solidFill>
                  <a:srgbClr val="FCFF00"/>
                </a:solidFill>
              </a:rPr>
              <a:t>même valeur</a:t>
            </a:r>
            <a:r>
              <a:t> pour l’</a:t>
            </a:r>
            <a:r>
              <a:rPr>
                <a:solidFill>
                  <a:srgbClr val="FCFF00"/>
                </a:solidFill>
              </a:rPr>
              <a:t>enfant</a:t>
            </a:r>
            <a:r>
              <a:t> et pour le </a:t>
            </a:r>
            <a:r>
              <a:rPr>
                <a:solidFill>
                  <a:srgbClr val="FCFF00"/>
                </a:solidFill>
              </a:rPr>
              <a:t>parent</a:t>
            </a:r>
            <a:r>
              <a:t>, puisque le </a:t>
            </a:r>
            <a:r>
              <a:rPr>
                <a:solidFill>
                  <a:srgbClr val="FCFF00"/>
                </a:solidFill>
              </a:rPr>
              <a:t>parent</a:t>
            </a:r>
            <a:r>
              <a:t> et l’</a:t>
            </a:r>
            <a:r>
              <a:rPr>
                <a:solidFill>
                  <a:srgbClr val="FCFF00"/>
                </a:solidFill>
              </a:rPr>
              <a:t>enfant</a:t>
            </a:r>
            <a:r>
              <a:t> se trouvent dans le </a:t>
            </a:r>
            <a:r>
              <a:rPr>
                <a:solidFill>
                  <a:srgbClr val="FCFF00"/>
                </a:solidFill>
              </a:rPr>
              <a:t>même groupe de threads</a:t>
            </a:r>
            <a:r>
              <a:t>. Pareil avec le flag </a:t>
            </a:r>
            <a:r>
              <a:rPr>
                <a:solidFill>
                  <a:srgbClr val="FCFF00"/>
                </a:solidFill>
              </a:rPr>
              <a:t>CLONE_VM</a:t>
            </a:r>
            <a:r>
              <a:t>).</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5" name="Google Shape;507;p38"/>
          <p:cNvSpPr txBox="1"/>
          <p:nvPr>
            <p:ph type="title"/>
          </p:nvPr>
        </p:nvSpPr>
        <p:spPr>
          <a:xfrm>
            <a:off x="311699" y="1847849"/>
            <a:ext cx="8520602" cy="1382703"/>
          </a:xfrm>
          <a:prstGeom prst="rect">
            <a:avLst/>
          </a:prstGeom>
        </p:spPr>
        <p:txBody>
          <a:bodyPr/>
          <a:lstStyle>
            <a:lvl1pPr defTabSz="667512">
              <a:defRPr sz="9100"/>
            </a:lvl1pPr>
          </a:lstStyle>
          <a:p>
            <a:pPr/>
            <a:r>
              <a:t>Code</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7" name="Google Shape;507;p38"/>
          <p:cNvSpPr txBox="1"/>
          <p:nvPr>
            <p:ph type="title"/>
          </p:nvPr>
        </p:nvSpPr>
        <p:spPr>
          <a:xfrm>
            <a:off x="311699" y="1847849"/>
            <a:ext cx="8520602" cy="1382703"/>
          </a:xfrm>
          <a:prstGeom prst="rect">
            <a:avLst/>
          </a:prstGeom>
        </p:spPr>
        <p:txBody>
          <a:bodyPr/>
          <a:lstStyle>
            <a:lvl1pPr defTabSz="731519">
              <a:defRPr sz="9100"/>
            </a:lvl1pPr>
          </a:lstStyle>
          <a:p>
            <a:pPr/>
            <a:r>
              <a:t>Aller plus loin</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Google Shape;361;p30"/>
          <p:cNvSpPr txBox="1"/>
          <p:nvPr>
            <p:ph type="body" idx="1"/>
          </p:nvPr>
        </p:nvSpPr>
        <p:spPr>
          <a:xfrm>
            <a:off x="189653" y="348880"/>
            <a:ext cx="8764693" cy="4445740"/>
          </a:xfrm>
          <a:prstGeom prst="rect">
            <a:avLst/>
          </a:prstGeom>
        </p:spPr>
        <p:txBody>
          <a:bodyPr/>
          <a:lstStyle/>
          <a:p>
            <a:pPr marL="0" indent="127000">
              <a:buSzTx/>
              <a:buNone/>
              <a:defRPr sz="1400"/>
            </a:pPr>
            <a:r>
              <a:t>L’ajout de la fonction </a:t>
            </a:r>
            <a:r>
              <a:rPr>
                <a:solidFill>
                  <a:srgbClr val="FFF000"/>
                </a:solidFill>
              </a:rPr>
              <a:t>forkall</a:t>
            </a:r>
            <a:r>
              <a:t>() au standard a été </a:t>
            </a:r>
            <a:r>
              <a:rPr>
                <a:solidFill>
                  <a:srgbClr val="FFF000"/>
                </a:solidFill>
              </a:rPr>
              <a:t>rejeté</a:t>
            </a:r>
            <a:r>
              <a:t>. La fonction</a:t>
            </a:r>
          </a:p>
          <a:p>
            <a:pPr marL="0" indent="127000">
              <a:buSzTx/>
              <a:buNone/>
              <a:defRPr sz="1400">
                <a:solidFill>
                  <a:srgbClr val="FFF000"/>
                </a:solidFill>
              </a:defRPr>
            </a:pPr>
            <a:r>
              <a:t>forkall</a:t>
            </a:r>
            <a:r>
              <a:rPr>
                <a:solidFill>
                  <a:srgbClr val="FFFFFF"/>
                </a:solidFill>
              </a:rPr>
              <a:t>() permet à tous les </a:t>
            </a:r>
            <a:r>
              <a:t>threads</a:t>
            </a:r>
            <a:r>
              <a:rPr>
                <a:solidFill>
                  <a:srgbClr val="FFFFFF"/>
                </a:solidFill>
              </a:rPr>
              <a:t> du </a:t>
            </a:r>
            <a:r>
              <a:t>parent</a:t>
            </a:r>
            <a:r>
              <a:rPr>
                <a:solidFill>
                  <a:srgbClr val="FFFFFF"/>
                </a:solidFill>
              </a:rPr>
              <a:t> d’être </a:t>
            </a:r>
            <a:r>
              <a:t>dupliqués</a:t>
            </a:r>
            <a:r>
              <a:rPr>
                <a:solidFill>
                  <a:srgbClr val="FFFFFF"/>
                </a:solidFill>
              </a:rPr>
              <a:t> </a:t>
            </a:r>
            <a:r>
              <a:t>dans</a:t>
            </a:r>
            <a:r>
              <a:rPr>
                <a:solidFill>
                  <a:srgbClr val="FFFFFF"/>
                </a:solidFill>
              </a:rPr>
              <a:t> </a:t>
            </a:r>
            <a:r>
              <a:t>l’enfant</a:t>
            </a:r>
            <a:r>
              <a:rPr>
                <a:solidFill>
                  <a:srgbClr val="FFFFFF"/>
                </a:solidFill>
              </a:rPr>
              <a:t>. </a:t>
            </a:r>
          </a:p>
          <a:p>
            <a:pPr marL="0" indent="127000">
              <a:buSzTx/>
              <a:buNone/>
              <a:defRPr sz="1400"/>
            </a:pPr>
            <a:r>
              <a:t>Cela </a:t>
            </a:r>
            <a:r>
              <a:rPr>
                <a:solidFill>
                  <a:srgbClr val="FFF000"/>
                </a:solidFill>
              </a:rPr>
              <a:t>permet</a:t>
            </a:r>
            <a:r>
              <a:t> aux </a:t>
            </a:r>
            <a:r>
              <a:rPr>
                <a:solidFill>
                  <a:srgbClr val="FFF000"/>
                </a:solidFill>
              </a:rPr>
              <a:t>threads</a:t>
            </a:r>
            <a:r>
              <a:t> de </a:t>
            </a:r>
            <a:r>
              <a:rPr>
                <a:solidFill>
                  <a:srgbClr val="FFF000"/>
                </a:solidFill>
              </a:rPr>
              <a:t>l’enfant</a:t>
            </a:r>
            <a:r>
              <a:t> de </a:t>
            </a:r>
            <a:r>
              <a:rPr>
                <a:solidFill>
                  <a:srgbClr val="FFF000"/>
                </a:solidFill>
              </a:rPr>
              <a:t>poursuivre</a:t>
            </a:r>
            <a:r>
              <a:t> le </a:t>
            </a:r>
            <a:r>
              <a:rPr>
                <a:solidFill>
                  <a:srgbClr val="FFF000"/>
                </a:solidFill>
              </a:rPr>
              <a:t>traitement</a:t>
            </a:r>
            <a:r>
              <a:t> et permet</a:t>
            </a:r>
          </a:p>
          <a:p>
            <a:pPr marL="0" indent="127000">
              <a:buSzTx/>
              <a:buNone/>
              <a:defRPr sz="1400"/>
            </a:pPr>
            <a:r>
              <a:t>de </a:t>
            </a:r>
            <a:r>
              <a:rPr>
                <a:solidFill>
                  <a:srgbClr val="FFF000"/>
                </a:solidFill>
              </a:rPr>
              <a:t>préserver</a:t>
            </a:r>
            <a:r>
              <a:t> les </a:t>
            </a:r>
            <a:r>
              <a:rPr>
                <a:solidFill>
                  <a:srgbClr val="FFF000"/>
                </a:solidFill>
              </a:rPr>
              <a:t>verrous</a:t>
            </a:r>
            <a:r>
              <a:t>.</a:t>
            </a:r>
          </a:p>
          <a:p>
            <a:pPr marL="0" indent="127000">
              <a:buSzTx/>
              <a:buNone/>
              <a:defRPr sz="1400"/>
            </a:pPr>
          </a:p>
          <a:p>
            <a:pPr marL="0" indent="127000">
              <a:buSzTx/>
              <a:buNone/>
              <a:defRPr sz="1400"/>
            </a:pPr>
          </a:p>
          <a:p>
            <a:pPr marL="0" indent="127000">
              <a:buSzTx/>
              <a:buNone/>
              <a:defRPr sz="1400"/>
            </a:pPr>
            <a:r>
              <a:t>Le </a:t>
            </a:r>
            <a:r>
              <a:rPr>
                <a:solidFill>
                  <a:srgbClr val="FFF000"/>
                </a:solidFill>
              </a:rPr>
              <a:t>parent</a:t>
            </a:r>
            <a:r>
              <a:t> doit s’assurer que </a:t>
            </a:r>
            <a:r>
              <a:rPr>
                <a:solidFill>
                  <a:srgbClr val="FFF000"/>
                </a:solidFill>
              </a:rPr>
              <a:t>l’état</a:t>
            </a:r>
            <a:r>
              <a:t> de </a:t>
            </a:r>
            <a:r>
              <a:rPr>
                <a:solidFill>
                  <a:srgbClr val="FFF000"/>
                </a:solidFill>
              </a:rPr>
              <a:t>traitement</a:t>
            </a:r>
            <a:r>
              <a:t> des </a:t>
            </a:r>
            <a:r>
              <a:rPr>
                <a:solidFill>
                  <a:srgbClr val="FFF000"/>
                </a:solidFill>
              </a:rPr>
              <a:t>threads</a:t>
            </a:r>
          </a:p>
          <a:p>
            <a:pPr marL="0" indent="127000">
              <a:buSzTx/>
              <a:buNone/>
              <a:defRPr sz="1400">
                <a:solidFill>
                  <a:srgbClr val="FFF000"/>
                </a:solidFill>
              </a:defRPr>
            </a:pPr>
            <a:r>
              <a:t>partagé</a:t>
            </a:r>
            <a:r>
              <a:rPr>
                <a:solidFill>
                  <a:srgbClr val="FFFFFF"/>
                </a:solidFill>
              </a:rPr>
              <a:t> entre le </a:t>
            </a:r>
            <a:r>
              <a:t>parent</a:t>
            </a:r>
            <a:r>
              <a:rPr>
                <a:solidFill>
                  <a:srgbClr val="FFFFFF"/>
                </a:solidFill>
              </a:rPr>
              <a:t> et </a:t>
            </a:r>
            <a:r>
              <a:t>l’enfant</a:t>
            </a:r>
            <a:r>
              <a:rPr>
                <a:solidFill>
                  <a:srgbClr val="FFFFFF"/>
                </a:solidFill>
              </a:rPr>
              <a:t> se comporte correctement </a:t>
            </a:r>
            <a:r>
              <a:t>après</a:t>
            </a:r>
            <a:r>
              <a:rPr>
                <a:solidFill>
                  <a:srgbClr val="FFFFFF"/>
                </a:solidFill>
              </a:rPr>
              <a:t> </a:t>
            </a:r>
            <a:r>
              <a:t>forkall</a:t>
            </a:r>
            <a:r>
              <a:rPr>
                <a:solidFill>
                  <a:srgbClr val="FFFFFF"/>
                </a:solidFill>
              </a:rPr>
              <a:t>().</a:t>
            </a:r>
          </a:p>
          <a:p>
            <a:pPr marL="0" indent="127000">
              <a:buSzTx/>
              <a:buNone/>
              <a:defRPr sz="1400"/>
            </a:pPr>
          </a:p>
          <a:p>
            <a:pPr marL="0" indent="127000">
              <a:buSzTx/>
              <a:buNone/>
              <a:defRPr sz="1400"/>
            </a:pPr>
            <a:r>
              <a:t>Par exemple, si un </a:t>
            </a:r>
            <a:r>
              <a:rPr>
                <a:solidFill>
                  <a:srgbClr val="FFF000"/>
                </a:solidFill>
              </a:rPr>
              <a:t>thread</a:t>
            </a:r>
            <a:r>
              <a:t> </a:t>
            </a:r>
            <a:r>
              <a:rPr>
                <a:solidFill>
                  <a:srgbClr val="FFF000"/>
                </a:solidFill>
              </a:rPr>
              <a:t>lit</a:t>
            </a:r>
            <a:r>
              <a:t> un </a:t>
            </a:r>
            <a:r>
              <a:rPr>
                <a:solidFill>
                  <a:srgbClr val="FFF000"/>
                </a:solidFill>
              </a:rPr>
              <a:t>descripteur</a:t>
            </a:r>
            <a:r>
              <a:t> </a:t>
            </a:r>
            <a:r>
              <a:rPr>
                <a:solidFill>
                  <a:srgbClr val="FFF000"/>
                </a:solidFill>
              </a:rPr>
              <a:t>de fichier</a:t>
            </a:r>
            <a:r>
              <a:t> dans le </a:t>
            </a:r>
            <a:r>
              <a:rPr>
                <a:solidFill>
                  <a:srgbClr val="FFF000"/>
                </a:solidFill>
              </a:rPr>
              <a:t>parent</a:t>
            </a:r>
          </a:p>
          <a:p>
            <a:pPr marL="0" indent="127000">
              <a:buSzTx/>
              <a:buNone/>
              <a:defRPr sz="1400"/>
            </a:pPr>
            <a:r>
              <a:t>lorsque </a:t>
            </a:r>
            <a:r>
              <a:rPr>
                <a:solidFill>
                  <a:srgbClr val="FFF000"/>
                </a:solidFill>
              </a:rPr>
              <a:t>forkall</a:t>
            </a:r>
            <a:r>
              <a:t>() est appelée, </a:t>
            </a:r>
            <a:r>
              <a:rPr>
                <a:solidFill>
                  <a:srgbClr val="FFF000"/>
                </a:solidFill>
              </a:rPr>
              <a:t>alors</a:t>
            </a:r>
            <a:r>
              <a:t> </a:t>
            </a:r>
            <a:r>
              <a:rPr>
                <a:solidFill>
                  <a:srgbClr val="FFF000"/>
                </a:solidFill>
              </a:rPr>
              <a:t>deux</a:t>
            </a:r>
            <a:r>
              <a:t> </a:t>
            </a:r>
            <a:r>
              <a:rPr>
                <a:solidFill>
                  <a:srgbClr val="FFF000"/>
                </a:solidFill>
              </a:rPr>
              <a:t>threads</a:t>
            </a:r>
            <a:r>
              <a:t> (un dans le </a:t>
            </a:r>
            <a:r>
              <a:rPr>
                <a:solidFill>
                  <a:srgbClr val="FFF000"/>
                </a:solidFill>
              </a:rPr>
              <a:t>parent</a:t>
            </a:r>
            <a:r>
              <a:t> et un dans </a:t>
            </a:r>
            <a:r>
              <a:rPr>
                <a:solidFill>
                  <a:srgbClr val="FFF000"/>
                </a:solidFill>
              </a:rPr>
              <a:t>l’enfant</a:t>
            </a:r>
            <a:r>
              <a:t>)</a:t>
            </a:r>
          </a:p>
          <a:p>
            <a:pPr marL="0" indent="127000">
              <a:buSzTx/>
              <a:buNone/>
              <a:defRPr sz="1400">
                <a:solidFill>
                  <a:srgbClr val="FFF000"/>
                </a:solidFill>
              </a:defRPr>
            </a:pPr>
            <a:r>
              <a:t>lisent</a:t>
            </a:r>
            <a:r>
              <a:rPr>
                <a:solidFill>
                  <a:srgbClr val="FFFFFF"/>
                </a:solidFill>
              </a:rPr>
              <a:t> le fichier </a:t>
            </a:r>
            <a:r>
              <a:t>filedescriptor</a:t>
            </a:r>
            <a:r>
              <a:rPr>
                <a:solidFill>
                  <a:srgbClr val="FFFFFF"/>
                </a:solidFill>
              </a:rPr>
              <a:t> </a:t>
            </a:r>
            <a:r>
              <a:t>après</a:t>
            </a:r>
            <a:r>
              <a:rPr>
                <a:solidFill>
                  <a:srgbClr val="FFFFFF"/>
                </a:solidFill>
              </a:rPr>
              <a:t> le </a:t>
            </a:r>
            <a:r>
              <a:t>forkall</a:t>
            </a:r>
            <a:r>
              <a:rPr>
                <a:solidFill>
                  <a:srgbClr val="FFFFFF"/>
                </a:solidFill>
              </a:rPr>
              <a:t>(). Si ce n’est pas un comportement</a:t>
            </a:r>
          </a:p>
          <a:p>
            <a:pPr marL="0" indent="127000">
              <a:buSzTx/>
              <a:buNone/>
              <a:defRPr sz="1400"/>
            </a:pPr>
            <a:r>
              <a:t>souhaité, le processus parent doit se synchroniser avec de tels threads avant</a:t>
            </a:r>
          </a:p>
          <a:p>
            <a:pPr marL="0" indent="127000">
              <a:buSzTx/>
              <a:buNone/>
              <a:defRPr sz="1400"/>
            </a:pPr>
            <a:r>
              <a:t>d’appeler forkall().</a:t>
            </a:r>
          </a:p>
        </p:txBody>
      </p:sp>
      <p:sp>
        <p:nvSpPr>
          <p:cNvPr id="660" name="Google Shape;363;p30"/>
          <p:cNvSpPr/>
          <p:nvPr/>
        </p:nvSpPr>
        <p:spPr>
          <a:xfrm>
            <a:off x="7524760" y="3887591"/>
            <a:ext cx="1619277" cy="241322"/>
          </a:xfrm>
          <a:prstGeom prst="rect">
            <a:avLst/>
          </a:prstGeom>
          <a:solidFill>
            <a:schemeClr val="accent2"/>
          </a:solidFill>
          <a:ln w="12700">
            <a:miter lim="400000"/>
          </a:ln>
        </p:spPr>
        <p:txBody>
          <a:bodyPr lIns="45718" tIns="45718" rIns="45718" bIns="45718" anchor="ctr"/>
          <a:lstStyle/>
          <a:p>
            <a:pPr>
              <a:defRPr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2" name="Google Shape;898;p52"/>
          <p:cNvSpPr txBox="1"/>
          <p:nvPr>
            <p:ph type="title"/>
          </p:nvPr>
        </p:nvSpPr>
        <p:spPr>
          <a:xfrm>
            <a:off x="1797393" y="766114"/>
            <a:ext cx="5549214" cy="1825414"/>
          </a:xfrm>
          <a:prstGeom prst="rect">
            <a:avLst/>
          </a:prstGeom>
        </p:spPr>
        <p:txBody>
          <a:bodyPr/>
          <a:lstStyle/>
          <a:p>
            <a:pPr defTabSz="777240">
              <a:defRPr sz="3600"/>
            </a:pPr>
            <a:r>
              <a:t>Merci pour l’écoute !</a:t>
            </a:r>
            <a:br/>
            <a:r>
              <a:t>Léopold Mols</a:t>
            </a:r>
            <a:br/>
            <a:r>
              <a:t>53212</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rogramming Lesson by Slidesgo">
  <a:themeElements>
    <a:clrScheme name="Programming Lesson by Slidesgo">
      <a:dk1>
        <a:srgbClr val="1B1464"/>
      </a:dk1>
      <a:lt1>
        <a:srgbClr val="1B1464"/>
      </a:lt1>
      <a:dk2>
        <a:srgbClr val="A7A7A7"/>
      </a:dk2>
      <a:lt2>
        <a:srgbClr val="535353"/>
      </a:lt2>
      <a:accent1>
        <a:srgbClr val="1B1464"/>
      </a:accent1>
      <a:accent2>
        <a:srgbClr val="00FFC5"/>
      </a:accent2>
      <a:accent3>
        <a:srgbClr val="EC008C"/>
      </a:accent3>
      <a:accent4>
        <a:srgbClr val="0F0B38"/>
      </a:accent4>
      <a:accent5>
        <a:srgbClr val="008F6E"/>
      </a:accent5>
      <a:accent6>
        <a:srgbClr val="84004E"/>
      </a:accent6>
      <a:hlink>
        <a:srgbClr val="0000FF"/>
      </a:hlink>
      <a:folHlink>
        <a:srgbClr val="FF00FF"/>
      </a:folHlink>
    </a:clrScheme>
    <a:fontScheme name="Programming Lesson by Slidesgo">
      <a:majorFont>
        <a:latin typeface="Helvetica"/>
        <a:ea typeface="Helvetica"/>
        <a:cs typeface="Helvetica"/>
      </a:majorFont>
      <a:minorFont>
        <a:latin typeface="Arial"/>
        <a:ea typeface="Arial"/>
        <a:cs typeface="Arial"/>
      </a:minorFont>
    </a:fontScheme>
    <a:fmtScheme name="Programming Less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rogramming Lesson by Slidesgo">
  <a:themeElements>
    <a:clrScheme name="Programming Lesson by Slidesgo">
      <a:dk1>
        <a:srgbClr val="000000"/>
      </a:dk1>
      <a:lt1>
        <a:srgbClr val="FFFFFF"/>
      </a:lt1>
      <a:dk2>
        <a:srgbClr val="A7A7A7"/>
      </a:dk2>
      <a:lt2>
        <a:srgbClr val="535353"/>
      </a:lt2>
      <a:accent1>
        <a:srgbClr val="1B1464"/>
      </a:accent1>
      <a:accent2>
        <a:srgbClr val="00FFC5"/>
      </a:accent2>
      <a:accent3>
        <a:srgbClr val="EC008C"/>
      </a:accent3>
      <a:accent4>
        <a:srgbClr val="0F0B38"/>
      </a:accent4>
      <a:accent5>
        <a:srgbClr val="008F6E"/>
      </a:accent5>
      <a:accent6>
        <a:srgbClr val="84004E"/>
      </a:accent6>
      <a:hlink>
        <a:srgbClr val="0000FF"/>
      </a:hlink>
      <a:folHlink>
        <a:srgbClr val="FF00FF"/>
      </a:folHlink>
    </a:clrScheme>
    <a:fontScheme name="Programming Lesson by Slidesgo">
      <a:majorFont>
        <a:latin typeface="Helvetica"/>
        <a:ea typeface="Helvetica"/>
        <a:cs typeface="Helvetica"/>
      </a:majorFont>
      <a:minorFont>
        <a:latin typeface="Arial"/>
        <a:ea typeface="Arial"/>
        <a:cs typeface="Arial"/>
      </a:minorFont>
    </a:fontScheme>
    <a:fmtScheme name="Programming Less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chemeClr val="accent1"/>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